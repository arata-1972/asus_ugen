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23bab928f44d9" /><Relationship Type="http://schemas.openxmlformats.org/officeDocument/2006/relationships/extended-properties" Target="/docProps/app.xml" Id="R73498797fbcd412d" /><Relationship Type="http://schemas.openxmlformats.org/officeDocument/2006/relationships/officeDocument" Target="/ppt/presentation.xml" Id="Rd1ff4ba375424d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906593a124025"/>
  </p:sldMasterIdLst>
  <p:notesMasterIdLst>
    <p:notesMasterId xmlns:r="http://schemas.openxmlformats.org/officeDocument/2006/relationships" r:id="R184e659c7f6c47f3"/>
  </p:notesMasterIdLst>
  <p:sldIdLst>
    <p:sldId xmlns:r="http://schemas.openxmlformats.org/officeDocument/2006/relationships" id="256" r:id="R8f2beacf984a4ed5"/>
    <p:sldId xmlns:r="http://schemas.openxmlformats.org/officeDocument/2006/relationships" id="257" r:id="Rcda480b123134436"/>
    <p:sldId xmlns:r="http://schemas.openxmlformats.org/officeDocument/2006/relationships" id="258" r:id="Rbc9a8bc81bda44a2"/>
    <p:sldId xmlns:r="http://schemas.openxmlformats.org/officeDocument/2006/relationships" id="259" r:id="R9e63f5fe3c734817"/>
    <p:sldId xmlns:r="http://schemas.openxmlformats.org/officeDocument/2006/relationships" id="260" r:id="Rfe1d16a30a064556"/>
    <p:sldId xmlns:r="http://schemas.openxmlformats.org/officeDocument/2006/relationships" id="261" r:id="Rd563f6fdb2c8473d"/>
    <p:sldId xmlns:r="http://schemas.openxmlformats.org/officeDocument/2006/relationships" id="262" r:id="R1347b52cc14342a9"/>
    <p:sldId xmlns:r="http://schemas.openxmlformats.org/officeDocument/2006/relationships" id="263" r:id="Rba81179d00964729"/>
    <p:sldId xmlns:r="http://schemas.openxmlformats.org/officeDocument/2006/relationships" id="264" r:id="Rb0cd3fc008974861"/>
    <p:sldId xmlns:r="http://schemas.openxmlformats.org/officeDocument/2006/relationships" id="265" r:id="R739bd81cd20546f5"/>
    <p:sldId xmlns:r="http://schemas.openxmlformats.org/officeDocument/2006/relationships" id="266" r:id="Ra26978c6f7b84304"/>
    <p:sldId xmlns:r="http://schemas.openxmlformats.org/officeDocument/2006/relationships" id="267" r:id="Rebb96f11a20b46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759bd00a864051" /><Relationship Type="http://schemas.openxmlformats.org/officeDocument/2006/relationships/slideMaster" Target="/ppt/slideMasters/slideMaster1.xml" Id="R36b906593a124025" /><Relationship Type="http://schemas.openxmlformats.org/officeDocument/2006/relationships/notesMaster" Target="/ppt/notesMasters/notesMaster1.xml" Id="R184e659c7f6c47f3" /><Relationship Type="http://schemas.openxmlformats.org/officeDocument/2006/relationships/presProps" Target="/ppt/presProps.xml" Id="Rf26b8766f6b4472a" /><Relationship Type="http://schemas.openxmlformats.org/officeDocument/2006/relationships/tableStyles" Target="/ppt/tableStyles.xml" Id="Rdacf46b479c14493" /><Relationship Type="http://schemas.openxmlformats.org/officeDocument/2006/relationships/slide" Target="/ppt/slides/slide1.xml" Id="R8f2beacf984a4ed5" /><Relationship Type="http://schemas.openxmlformats.org/officeDocument/2006/relationships/slide" Target="/ppt/slides/slide2.xml" Id="Rcda480b123134436" /><Relationship Type="http://schemas.openxmlformats.org/officeDocument/2006/relationships/slide" Target="/ppt/slides/slide3.xml" Id="Rbc9a8bc81bda44a2" /><Relationship Type="http://schemas.openxmlformats.org/officeDocument/2006/relationships/slide" Target="/ppt/slides/slide4.xml" Id="R9e63f5fe3c734817" /><Relationship Type="http://schemas.openxmlformats.org/officeDocument/2006/relationships/slide" Target="/ppt/slides/slide5.xml" Id="Rfe1d16a30a064556" /><Relationship Type="http://schemas.openxmlformats.org/officeDocument/2006/relationships/slide" Target="/ppt/slides/slide6.xml" Id="Rd563f6fdb2c8473d" /><Relationship Type="http://schemas.openxmlformats.org/officeDocument/2006/relationships/slide" Target="/ppt/slides/slide7.xml" Id="R1347b52cc14342a9" /><Relationship Type="http://schemas.openxmlformats.org/officeDocument/2006/relationships/slide" Target="/ppt/slides/slide8.xml" Id="Rba81179d00964729" /><Relationship Type="http://schemas.openxmlformats.org/officeDocument/2006/relationships/slide" Target="/ppt/slides/slide9.xml" Id="Rb0cd3fc008974861" /><Relationship Type="http://schemas.openxmlformats.org/officeDocument/2006/relationships/slide" Target="/ppt/slides/slide10.xml" Id="R739bd81cd20546f5" /><Relationship Type="http://schemas.openxmlformats.org/officeDocument/2006/relationships/slide" Target="/ppt/slides/slide11.xml" Id="Ra26978c6f7b84304" /><Relationship Type="http://schemas.openxmlformats.org/officeDocument/2006/relationships/slide" Target="/ppt/slides/slide12.xml" Id="Rebb96f11a20b46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bd0dc133d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d96a1c6dd48f9" /><Relationship Type="http://schemas.openxmlformats.org/officeDocument/2006/relationships/notesMaster" Target="/ppt/notesMasters/notesMaster1.xml" Id="Rd3397aef1948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588ce7443b4685" /><Relationship Type="http://schemas.openxmlformats.org/officeDocument/2006/relationships/notesMaster" Target="/ppt/notesMasters/notesMaster1.xml" Id="Rdb67e44674fc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efce9676e4e52" /><Relationship Type="http://schemas.openxmlformats.org/officeDocument/2006/relationships/notesMaster" Target="/ppt/notesMasters/notesMaster1.xml" Id="Ra017677e8e8748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ad02c74404d5d" /><Relationship Type="http://schemas.openxmlformats.org/officeDocument/2006/relationships/notesMaster" Target="/ppt/notesMasters/notesMaster1.xml" Id="R5116926cc7e2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6e5f4a273d42c3" /><Relationship Type="http://schemas.openxmlformats.org/officeDocument/2006/relationships/notesMaster" Target="/ppt/notesMasters/notesMaster1.xml" Id="Rb0e664b152b7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1ffbafb9624408" /><Relationship Type="http://schemas.openxmlformats.org/officeDocument/2006/relationships/notesMaster" Target="/ppt/notesMasters/notesMaster1.xml" Id="Rb50220e46ab7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7d2a810a24186" /><Relationship Type="http://schemas.openxmlformats.org/officeDocument/2006/relationships/notesMaster" Target="/ppt/notesMasters/notesMaster1.xml" Id="R7acd385cf10a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dd307c895347e0" /><Relationship Type="http://schemas.openxmlformats.org/officeDocument/2006/relationships/notesMaster" Target="/ppt/notesMasters/notesMaster1.xml" Id="R0718e81be3be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3a07dada7845e2" /><Relationship Type="http://schemas.openxmlformats.org/officeDocument/2006/relationships/notesMaster" Target="/ppt/notesMasters/notesMaster1.xml" Id="Rb7a24de2885740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66130abdf74b4b" /><Relationship Type="http://schemas.openxmlformats.org/officeDocument/2006/relationships/notesMaster" Target="/ppt/notesMasters/notesMaster1.xml" Id="R09f82b79757f4c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fa6d94379246f1" /><Relationship Type="http://schemas.openxmlformats.org/officeDocument/2006/relationships/notesMaster" Target="/ppt/notesMasters/notesMaster1.xml" Id="R4264dbfd42534e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77cfb60d924dc6" /><Relationship Type="http://schemas.openxmlformats.org/officeDocument/2006/relationships/notesMaster" Target="/ppt/notesMasters/notesMaster1.xml" Id="R060824a47567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出典：競技規定 https://contest.bhuntr.com/en/39jg9vimiynrhlksze/home/ ；CEO 提供の運営返信、2026-10-12。性能と事業成果は開発計画であり、実測は未実施。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d950e1c1b46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23ce402e24e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439550afe4b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3308a2f2543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4965fa8b44e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ca12f7e27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BF0520-4E45-45CD-8113-460199524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C03BC4-CFE2-4E95-919A-A9F1DB3088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CDD95D-B541-4996-B3A3-675ECA7A2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4EDB8E-462E-4932-AC87-09FE6FABE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BF48DC-A70D-465F-9B6B-07F2827897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B49EFE-5327-421C-8C5E-2572007EA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FBADF-4624-4F93-9626-B1659BAD32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0B93CC-E04C-4614-9CF8-08E2BE4886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7CBBD-E93B-415F-83BC-DBED7D054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172D5F-023B-405E-9171-5AEA36ADD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f33bc560fd4512" /><Relationship Type="http://schemas.openxmlformats.org/officeDocument/2006/relationships/slideLayout" Target="/ppt/slideLayouts/slideLayout1.xml" Id="Rd60d6147b7c14cd3" /><Relationship Type="http://schemas.openxmlformats.org/officeDocument/2006/relationships/slideLayout" Target="/ppt/slideLayouts/slideLayout2.xml" Id="R83f700fdc49c4971" /><Relationship Type="http://schemas.openxmlformats.org/officeDocument/2006/relationships/slideLayout" Target="/ppt/slideLayouts/slideLayout3.xml" Id="Re5b3662aebdd49eb" /><Relationship Type="http://schemas.openxmlformats.org/officeDocument/2006/relationships/slideLayout" Target="/ppt/slideLayouts/slideLayout4.xml" Id="Rf137e7ff0c334d8d" /><Relationship Type="http://schemas.openxmlformats.org/officeDocument/2006/relationships/slideLayout" Target="/ppt/slideLayouts/slideLayout5.xml" Id="R99d64d0811b14cb1" /><Relationship Type="http://schemas.openxmlformats.org/officeDocument/2006/relationships/slideLayout" Target="/ppt/slideLayouts/slideLayout6.xml" Id="R863a9fe19b2747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d6147b7c14cd3"/>
    <p:sldLayoutId xmlns:r="http://schemas.openxmlformats.org/officeDocument/2006/relationships" id="2147483650" r:id="R83f700fdc49c4971"/>
    <p:sldLayoutId xmlns:r="http://schemas.openxmlformats.org/officeDocument/2006/relationships" id="2147483651" r:id="Re5b3662aebdd49eb"/>
    <p:sldLayoutId xmlns:r="http://schemas.openxmlformats.org/officeDocument/2006/relationships" id="2147483652" r:id="Rf137e7ff0c334d8d"/>
    <p:sldLayoutId xmlns:r="http://schemas.openxmlformats.org/officeDocument/2006/relationships" id="2147483653" r:id="R99d64d0811b14cb1"/>
    <p:sldLayoutId xmlns:r="http://schemas.openxmlformats.org/officeDocument/2006/relationships" id="2147483654" r:id="R863a9fe19b2747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b2df203f14b08" /><Relationship Type="http://schemas.openxmlformats.org/officeDocument/2006/relationships/notesSlide" Target="/ppt/notesSlides/notesSlide1.xml" Id="R442324b87f7d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81a001ff84acf" /><Relationship Type="http://schemas.openxmlformats.org/officeDocument/2006/relationships/notesSlide" Target="/ppt/notesSlides/notesSlide2.xml" Id="R81219100d3bf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9a5237cb349e3" /><Relationship Type="http://schemas.openxmlformats.org/officeDocument/2006/relationships/notesSlide" Target="/ppt/notesSlides/notesSlide3.xml" Id="R068ef98016f142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b6277a3624b14" /><Relationship Type="http://schemas.openxmlformats.org/officeDocument/2006/relationships/notesSlide" Target="/ppt/notesSlides/notesSlide4.xml" Id="R5d2486e669474a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95dc230e3429e" /><Relationship Type="http://schemas.openxmlformats.org/officeDocument/2006/relationships/notesSlide" Target="/ppt/notesSlides/notesSlide5.xml" Id="Ree907aa10adb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ab33b092d4a1c" /><Relationship Type="http://schemas.openxmlformats.org/officeDocument/2006/relationships/notesSlide" Target="/ppt/notesSlides/notesSlide6.xml" Id="R1f1d91316d2845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71d29b5e24975" /><Relationship Type="http://schemas.openxmlformats.org/officeDocument/2006/relationships/notesSlide" Target="/ppt/notesSlides/notesSlide7.xml" Id="Rd854480164a94c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e861db7d145d9" /><Relationship Type="http://schemas.openxmlformats.org/officeDocument/2006/relationships/notesSlide" Target="/ppt/notesSlides/notesSlide8.xml" Id="Rab0e61fdb1c043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d847a65ad4f7a" /><Relationship Type="http://schemas.openxmlformats.org/officeDocument/2006/relationships/notesSlide" Target="/ppt/notesSlides/notesSlide9.xml" Id="R653d1f4081dd4e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61a9484ff4d30" /><Relationship Type="http://schemas.openxmlformats.org/officeDocument/2006/relationships/notesSlide" Target="/ppt/notesSlides/notesSlide10.xml" Id="R9ce5b2bff463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99e09e22d4a28" /><Relationship Type="http://schemas.openxmlformats.org/officeDocument/2006/relationships/notesSlide" Target="/ppt/notesSlides/notesSlide11.xml" Id="R1b3d31b0578147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707b10f0841cd" /><Relationship Type="http://schemas.openxmlformats.org/officeDocument/2006/relationships/hyperlink" Target="https://ailabs.jp" TargetMode="External" Id="R876469484e374559" /><Relationship Type="http://schemas.openxmlformats.org/officeDocument/2006/relationships/hyperlink" Target="https://github.com/arata-1972/ASUS_UGen" TargetMode="External" Id="Rd86b94f8b9c041f4" /><Relationship Type="http://schemas.openxmlformats.org/officeDocument/2006/relationships/hyperlink" Target="https://youtu.be/mQNoCTGN9Zw" TargetMode="External" Id="Ref733116757f415f" /><Relationship Type="http://schemas.openxmlformats.org/officeDocument/2006/relationships/hyperlink" Target="https://contest.bhuntr.com/en/39jg9vimiynrhlksze/home/" TargetMode="External" Id="R2da0eabc973a4b4a" /><Relationship Type="http://schemas.openxmlformats.org/officeDocument/2006/relationships/hyperlink" Target="https://github.com/Asus-UGen-Series/ugen-pretrained-model-reference" TargetMode="External" Id="Ra5ee3370215546e0" /><Relationship Type="http://schemas.openxmlformats.org/officeDocument/2006/relationships/hyperlink" Target="https://github.com/hailo-ai/hailo_model_zoo_genai" TargetMode="External" Id="R0550ed85cefc4cc0" /><Relationship Type="http://schemas.openxmlformats.org/officeDocument/2006/relationships/notesSlide" Target="/ppt/notesSlides/notesSlide12.xml" Id="Rb89cfc5a1cca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FC51-41E8-4496-A75E-9F900E50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0D97B-C078-461C-BA1B-5D7B752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台湾語音声タスクカード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0592A-8411-4397-BD3B-26DFBC0B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台湾語の作業依頼を、本人が確認できる仕事カードにする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D6140-EB21-4D14-9D08-2693FB79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AI｜Battlefield Lightning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LLC｜日本・2025 年設立｜2 人チーム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 開発提案｜2026 年 10 月 14 日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現在は設計構想と機能模擬。UGen ハードウェアとの統合は未完了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73490-932C-4E0C-944D-D2BC60D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66990-60E9-4928-ABC5-F8DA954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3264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23D3C-077E-4DE7-8D46-4D37C9B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7C67C-E8C2-438F-BCE4-43534418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不完全な口頭依頼を整理して確認する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780B5-3BB4-4FF1-A9A6-57DD79E9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台湾語の曖昧な作業指示を、本人が確認できる仕事カードにする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C2982-A094-4DBB-A9DA-2F1369C3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利用場面：現場の整理、資材準備、日常の作業依頼。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口頭の指示では担当者・時間・具体的な対象が抜けることがある。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原文と作業項目を並べ、本人が補足して確認できるようにする。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担当者が不明なら「確認待ち」のままにし、AI が勝手に決めない。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期待する成果：再入力を減らし、本人が確認した作業記録を残す。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5A3F-DB71-47D7-8900-A01D1FF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42F66-5818-4CEB-AD56-929E068C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5287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1CB56-64AB-4BC5-8740-39C179A3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15577-E50F-4C13-B0AD-F0E04A7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利用者がタスク内容を順に確認する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80F5-0DE6-4119-A6F1-7FFD1D2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録音 → 文字化 → 整理 → 修正 → 確認して保存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1B02E-F4DB-4C7E-86D0-41415D9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利用者が台湾語で作業内容を話す。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現場 PC が Taigi API を呼び、転記・必要な翻訳を受け取る。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PC が接続した UGen300 を制御し、小型言語モデルで項目を整理する。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利用者が原文を確認し、項目を修正して不足情報を補う。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確認後に保存。外部の台湾語 TTS による読み上げも選べる。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9A4E7-E713-4F48-A178-CF03BF2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8CD1-9011-4A92-88E5-5BCDDF51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886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DB238-6DAB-482C-B33B-B652E68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FE6E6-37E3-45D2-A2AF-1805FC2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 PC が API 呼出と UGen 推論を制御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0A9C-E77D-427A-99FB-1FA5A9C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予定構成：音声は外部 API、仕事整理は PC に接続した UGen で実行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91E9A-C00B-46BD-B7AE-75952D7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E2DD8-F01A-48C5-9D12-1209663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 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B2D53-78C7-488C-BE93-35BA0B0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録音し、Taigi API を呼び出す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B0D54-06E6-4C85-A384-E0DF9002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EBD9-EC43-4859-A68D-20A3D4C5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9885-F49A-48DB-B452-8DE7A8A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外部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0B39D-F209-40B0-8668-900939E8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言語判定・文字化・翻訳をして返す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AC6E0-89AC-468B-8F37-4589002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8612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5A489-5AD1-47DD-8F3F-72579CB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5D31A-9739-4C54-8200-83FFF5AA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 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62A17-C06F-4F75-A6B9-D34897A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文章を受け取り、UGen 推論を起動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B1A0C-4E03-4922-93BD-EC31F93B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3C541-B450-44CF-B4A9-13090B1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7D9F2-7F2A-4295-B719-E19A5588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UGen300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4991F-DD96-41BE-8F18-044D12F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小型言語モデルで仕事カード案を整理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4A914-17EB-4B11-BEEB-5018E1A4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2437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D2F43-2C24-42DA-888E-472C43F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F7F01-CB9A-4498-A906-3D04BB8B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PC／利用者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3D699-D043-4FC3-BC5A-A11DF05D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形式検査 → 修正 → 確認して保存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C2474-73F2-404B-AEA1-7277AE1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6DCF4-B645-4AF6-9E2E-73D26A6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87B7D-8F68-4667-82F6-00DBCBB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任意：Taigi TTS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676DC-3AAD-4492-9D79-71AEE335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が API を呼び、台湾語音声を取得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8487E-021C-46A4-B2E8-CF3CD734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7C9BF-9D8D-4D3B-BD39-5592D4D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8435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65E6C-8482-4AC5-94EC-B46CDC04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0CE46-8FCD-4F41-867C-BC7F5CB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カード例：担当者がなければ利用者が補う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C3BE6-2CF3-4868-8697-BE63B282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模擬の中国語転記：明日の午後3時までに、倉庫の梱包材を整理して。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C38E0-F804-4B91-9EC6-DDDC38B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作業：梱包材を整理する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対象：倉庫の梱包材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時間の原文：明日の午後3時まで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担当者：確認待ち → 利用者が「現場責任者」と入力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原文を保持し、利用者の確認後に保存する。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架空の場面と模擬出力。音声認識や UGen 推論の実測結果ではない。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B9C3-6FE8-4050-AF50-E5FC9169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E3720-1090-41BE-AFE4-0D4A0F0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9660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5249C-0B7B-4091-8EF0-9C4BCF19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6C6AA-EB8D-4B3C-BDC8-8A47A306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仕事整理を現場の UGen で実行する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0027D-60D3-4EE0-8387-23A4CB3B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仕事整理でクラウド言語モデルへの依存を減らす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76118-6127-4693-8EE0-A86FE4CB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 PC が Taigi API から転記・翻訳の文章を受け取る。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側の推論制御プログラムが、接続した UGen300 に文章を送る。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上の小型言語モデルが作業項目の案を生成する。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PC が形式を検査して結果を表示し、本人の確認後に保存する。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モデルと実行環境は未選定。公式の対応一覧から試す。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音声処理には外部 API と通信が必要で、完全オフラインではない。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0A867-FC82-40FD-8CF2-9F045BB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6E4A5-6FE4-46EF-917E-3CC4DA9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9290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DB34-1CE7-4C17-AA3E-36FE9182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AC3FA-CD90-4D44-9DFC-7BE3B677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既存技術と今回の新作品を区分する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C5715-0FA0-4B5E-90F5-FBA65B91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背景技術の権利帰属：Taigi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BB99-30F9-4581-B812-443EBF8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既存の外部サービス：Taigi 台湾語の言語判定 LID、音声認識 STT、翻訳、音声合成 TTS API。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今回の新作品：タスクカードの処理、UGen 推論インターフェース、確認画面、連携文書、展示素材。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公開文書・コードの範囲：新アプリと API クライアント。API キーは含めない。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既存モデル、重み、学習データ、サーバー側コードは提出リポジトリに入れない。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2026/10/12 の運営回答では、既存外部 API・モデル・重み・サーバー側コードは受賞作品の許諾対象外。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04657-C5B5-469F-9EB6-008B5E09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28C63-6FE5-4708-BE11-A38D22E1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2134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65E89-2804-4668-8CDF-3AA29CE3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17AFD-17DC-4454-BAF7-AB63FE1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確認処理と失敗時の対応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AB6A-7513-4978-AE73-8A5A4B50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タスクカードから外部への指示を自動実行しない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DE6F-1129-4729-A918-78A0684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原文を残し、文字化と整理の結果を利用者が確認する。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期限や担当者がなければ確認待ちの項目を表示する。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形式に問題があれば保存を止め、手動修正へ進む。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API の失敗や通信断は状態を表示し、再操作できるようにする。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音声・必要な文章は外部 API へ送信し、カードはホストが保存する。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競技の展示には架空の内容を使い、顧客データは使わない。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DAAA9-16D4-4F2B-9588-D5677F4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922D5-0AE1-4A5D-950C-4B8F85AF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0517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C9036-7625-4054-AD3F-EBCB563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075A5-594B-4111-BB08-D0F762C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II：UGen で仕事整理ができるか検証する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4CF30-BC98-4714-9345-EC4105C8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まず実機動作と項目の正確さを確認し、速度を評価する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5203C-CBEB-405E-AE00-C0C0668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11/6 以降：現場 PC、UGen300、公式実行環境、モデルを確認する。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実推論・形式検査・確認画面と、失敗時の確認・再入力を実装する。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架空の依頼 30 件と人が作る正解カードで、項目の正確さと誤補完を調べる。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の実行可否、推論・API の時間、メモリ使用量、修正回数を記録する。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モデル・設定・入力をそろえられる場合は、CPU と同等条件で比較する。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実測結果はまだない。UGen の速度優位は測定して判断する。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C7773-9DA9-428E-8EFD-4FB1766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5E903-85D9-4C42-8A4C-53B860F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0432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FADF-DC2B-4550-90F6-18EF73B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29755-7529-46DA-ABE5-EAAFB36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導入の仮説と期待する成果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AE81-463D-4BC0-A639-10050E6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本人確認後の作業カードで職場の利用価値を検証する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43835-8AE1-4E4E-9911-D40B237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対象利用者：台湾語で口頭の作業依頼を行う小規模な現場チーム。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導入方法：依頼処理を試作し、利用頻度と修正の負担を確認する。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期待する成果：原文を見返し、不足情報を補い、確認して保存できる作業カード。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事業仮説：カードアプリと既存音声 API を組み合わせ、試作結果から提供方法を検討する。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導入率、売上、価格、時間短縮の実測成果は現時点では示していない。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88823-BA1C-4EE9-B10A-A97D67F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E77EA-7CA5-4AEF-9D29-B4844AE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5895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1402D-2C71-410B-B372-D3E1C40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E5D1F-0B6D-4AF2-A67E-9E9FD15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将来：社内で処理をまとめ、複数端末から使う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D7879-04C0-482B-86E7-F355009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開発中の台湾語音声 AI と組み合わせ、社内サービスに広げる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225F6-F745-43A6-B3EF-C2DBC1C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企業内に設置できる台湾語の音声認識・翻訳・音声合成を開発中です。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将来は UGen の仕事整理と組み合わせ、複数の PC やタブレットから使います。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CC0F5-01EE-41A9-906B-B918D74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BC66F-D9FA-4BB3-8658-F5933D58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複数 PC／タブレット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仕事を話す・カードを見る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11D2E-9201-4B4F-9E41-954BD77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F6E2E-D1C2-435C-898B-1C71CDFD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C68AC-B2F1-42E9-B2EE-B441986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社内 PC／サーバー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音声 AI ＋ 接続した UGen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26A12-0FFF-483D-BA01-EC5CDA0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315AC-EC70-4F11-A608-3B1D7491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0A2B6-DEAB-4AA9-BB74-1C4C02A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本人が確認・修正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仕事カードを保存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952DF-A13F-4B41-AE38-66EBA11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今回の提出構成は外部音声 API ＋ UGen。このページは将来の開発方針です。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対応モデル・実際の性能・社内ネットワークでの稼働を検証します。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515C4-D420-40F6-B78E-F8079F0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B2655-5827-42F9-A172-8E88A08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7500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2D252-5A18-44C5-99CA-CF63332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1702C-B566-479D-84B2-A3838BD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作品文書と参考資料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FC6A-A80A-4FFA-89D8-7213827A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</a:t>
            </a: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76469484e374559"/>
              </a:rPr>
              <a:t>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B014-3AC8-4597-BF43-6CC50E5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作品コードと文書（Public GitHub）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86b94f8b9c041f4"/>
              </a:rPr>
              <a:t>https://github.com/arata-1972/ASUS_UGen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機能模擬動画（YouTube 限定公開）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f733116757f415f"/>
              </a:rPr>
              <a:t>https://youtu.be/mQNoCTGN9Zw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競技規定と Stage I の提出要件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da0eabc973a4b4a"/>
              </a:rPr>
              <a:t>https://contest.bhuntr.com/en/39jg9vimiynrhlksze/home/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技術参考資料（UGen／Hailo 公式文書）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5ee3370215546e0"/>
              </a:rPr>
              <a:t>https://github.com/Asus-UGen-Series/ugen-pretrained-model-reference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550ed85cefc4cc0"/>
              </a:rPr>
              <a:t>https://github.com/hailo-ai/hailo_model_zoo_genai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B9C24-3361-4CDB-AE33-DDAD39A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B52A5-8575-4C60-AAD3-1BF49E1A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737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2026-10-12T08:50:31.5370000Z</dcterms:created>
  <dcterms:modified xsi:type="dcterms:W3CDTF">2026-10-12T08:50:31.5370000Z</dcterms:modified>
</coreProperties>
</file>