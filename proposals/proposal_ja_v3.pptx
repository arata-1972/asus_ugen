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dd76b925da4c22" /><Relationship Type="http://schemas.openxmlformats.org/officeDocument/2006/relationships/extended-properties" Target="/docProps/app.xml" Id="Re10fc315ae244d03" /><Relationship Type="http://schemas.openxmlformats.org/officeDocument/2006/relationships/officeDocument" Target="/ppt/presentation.xml" Id="Rdbc58b15fc924a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a574cf21fd4de7"/>
  </p:sldMasterIdLst>
  <p:notesMasterIdLst>
    <p:notesMasterId xmlns:r="http://schemas.openxmlformats.org/officeDocument/2006/relationships" r:id="R4aa92c4d9c8646cf"/>
  </p:notesMasterIdLst>
  <p:sldIdLst>
    <p:sldId xmlns:r="http://schemas.openxmlformats.org/officeDocument/2006/relationships" id="256" r:id="Rc8aa5f25aaa942ba"/>
    <p:sldId xmlns:r="http://schemas.openxmlformats.org/officeDocument/2006/relationships" id="257" r:id="R15209f427a304e68"/>
    <p:sldId xmlns:r="http://schemas.openxmlformats.org/officeDocument/2006/relationships" id="258" r:id="R1032211ea9ce429c"/>
    <p:sldId xmlns:r="http://schemas.openxmlformats.org/officeDocument/2006/relationships" id="259" r:id="R07ae9c6437174372"/>
    <p:sldId xmlns:r="http://schemas.openxmlformats.org/officeDocument/2006/relationships" id="260" r:id="Rc8735080137c4284"/>
    <p:sldId xmlns:r="http://schemas.openxmlformats.org/officeDocument/2006/relationships" id="261" r:id="Rae9d99a2ccdf4a9c"/>
    <p:sldId xmlns:r="http://schemas.openxmlformats.org/officeDocument/2006/relationships" id="262" r:id="R5df9867e66c14606"/>
    <p:sldId xmlns:r="http://schemas.openxmlformats.org/officeDocument/2006/relationships" id="263" r:id="R96a8dc9c7b604dc0"/>
    <p:sldId xmlns:r="http://schemas.openxmlformats.org/officeDocument/2006/relationships" id="264" r:id="Rf12363e74cb04039"/>
    <p:sldId xmlns:r="http://schemas.openxmlformats.org/officeDocument/2006/relationships" id="265" r:id="R5e0650d2fb5e44a5"/>
    <p:sldId xmlns:r="http://schemas.openxmlformats.org/officeDocument/2006/relationships" id="266" r:id="R3722f54f60184e48"/>
    <p:sldId xmlns:r="http://schemas.openxmlformats.org/officeDocument/2006/relationships" id="267" r:id="R645708371da24b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16dc7881224f07" /><Relationship Type="http://schemas.openxmlformats.org/officeDocument/2006/relationships/slideMaster" Target="/ppt/slideMasters/slideMaster1.xml" Id="R09a574cf21fd4de7" /><Relationship Type="http://schemas.openxmlformats.org/officeDocument/2006/relationships/notesMaster" Target="/ppt/notesMasters/notesMaster1.xml" Id="R4aa92c4d9c8646cf" /><Relationship Type="http://schemas.openxmlformats.org/officeDocument/2006/relationships/presProps" Target="/ppt/presProps.xml" Id="R935b2075799344b0" /><Relationship Type="http://schemas.openxmlformats.org/officeDocument/2006/relationships/tableStyles" Target="/ppt/tableStyles.xml" Id="Rfeaf2a99d07b4670" /><Relationship Type="http://schemas.openxmlformats.org/officeDocument/2006/relationships/slide" Target="/ppt/slides/slide1.xml" Id="Rc8aa5f25aaa942ba" /><Relationship Type="http://schemas.openxmlformats.org/officeDocument/2006/relationships/slide" Target="/ppt/slides/slide2.xml" Id="R15209f427a304e68" /><Relationship Type="http://schemas.openxmlformats.org/officeDocument/2006/relationships/slide" Target="/ppt/slides/slide3.xml" Id="R1032211ea9ce429c" /><Relationship Type="http://schemas.openxmlformats.org/officeDocument/2006/relationships/slide" Target="/ppt/slides/slide4.xml" Id="R07ae9c6437174372" /><Relationship Type="http://schemas.openxmlformats.org/officeDocument/2006/relationships/slide" Target="/ppt/slides/slide5.xml" Id="Rc8735080137c4284" /><Relationship Type="http://schemas.openxmlformats.org/officeDocument/2006/relationships/slide" Target="/ppt/slides/slide6.xml" Id="Rae9d99a2ccdf4a9c" /><Relationship Type="http://schemas.openxmlformats.org/officeDocument/2006/relationships/slide" Target="/ppt/slides/slide7.xml" Id="R5df9867e66c14606" /><Relationship Type="http://schemas.openxmlformats.org/officeDocument/2006/relationships/slide" Target="/ppt/slides/slide8.xml" Id="R96a8dc9c7b604dc0" /><Relationship Type="http://schemas.openxmlformats.org/officeDocument/2006/relationships/slide" Target="/ppt/slides/slide9.xml" Id="Rf12363e74cb04039" /><Relationship Type="http://schemas.openxmlformats.org/officeDocument/2006/relationships/slide" Target="/ppt/slides/slide10.xml" Id="R5e0650d2fb5e44a5" /><Relationship Type="http://schemas.openxmlformats.org/officeDocument/2006/relationships/slide" Target="/ppt/slides/slide11.xml" Id="R3722f54f60184e48" /><Relationship Type="http://schemas.openxmlformats.org/officeDocument/2006/relationships/slide" Target="/ppt/slides/slide12.xml" Id="R645708371da24b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931fa6accc46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f545585a49463c" /><Relationship Type="http://schemas.openxmlformats.org/officeDocument/2006/relationships/notesMaster" Target="/ppt/notesMasters/notesMaster1.xml" Id="R6979423ed86a43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a934c2f17d4e8e" /><Relationship Type="http://schemas.openxmlformats.org/officeDocument/2006/relationships/notesMaster" Target="/ppt/notesMasters/notesMaster1.xml" Id="R7fcf9ff2790d48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4f779b10144122" /><Relationship Type="http://schemas.openxmlformats.org/officeDocument/2006/relationships/notesMaster" Target="/ppt/notesMasters/notesMaster1.xml" Id="R45b1fe17f4ed4b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a3dbed58a54bdc" /><Relationship Type="http://schemas.openxmlformats.org/officeDocument/2006/relationships/notesMaster" Target="/ppt/notesMasters/notesMaster1.xml" Id="R5d324b230e1241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cbe50628124539" /><Relationship Type="http://schemas.openxmlformats.org/officeDocument/2006/relationships/notesMaster" Target="/ppt/notesMasters/notesMaster1.xml" Id="R7c80fa803d694b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85f8ba26224e0d" /><Relationship Type="http://schemas.openxmlformats.org/officeDocument/2006/relationships/notesMaster" Target="/ppt/notesMasters/notesMaster1.xml" Id="Rc05e3fcb5e5f44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8597de99e34882" /><Relationship Type="http://schemas.openxmlformats.org/officeDocument/2006/relationships/notesMaster" Target="/ppt/notesMasters/notesMaster1.xml" Id="R72d01261d15540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2c6f6104e140d4" /><Relationship Type="http://schemas.openxmlformats.org/officeDocument/2006/relationships/notesMaster" Target="/ppt/notesMasters/notesMaster1.xml" Id="R7915770ff760418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574351cce142ca" /><Relationship Type="http://schemas.openxmlformats.org/officeDocument/2006/relationships/notesMaster" Target="/ppt/notesMasters/notesMaster1.xml" Id="R89b34a3ede6841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ded65b403e445e2" /><Relationship Type="http://schemas.openxmlformats.org/officeDocument/2006/relationships/notesMaster" Target="/ppt/notesMasters/notesMaster1.xml" Id="R8a79290723a6417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67fb28fdbca46db" /><Relationship Type="http://schemas.openxmlformats.org/officeDocument/2006/relationships/notesMaster" Target="/ppt/notesMasters/notesMaster1.xml" Id="R09fdecb4b8d749d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e98f0d022ea4788" /><Relationship Type="http://schemas.openxmlformats.org/officeDocument/2006/relationships/notesMaster" Target="/ppt/notesMasters/notesMaster1.xml" Id="Re933a83e5ae943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出典：競技規定 https://contest.bhuntr.com/en/39jg9vimiynrhlksze/home/ ；CEO 提供の運営返信、2026-10-12。性能と事業成果は開発計画であり、実測は未実施。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出典：競技規定 https://contest.bhuntr.com/en/39jg9vimiynrhlksze/home/ ；CEO 提供の運営返信、2026-10-12。性能と事業成果は開発計画であり、実測は未実施。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出典：競技規定 https://contest.bhuntr.com/en/39jg9vimiynrhlksze/home/ ；CEO 提供の運営返信、2026-10-12。性能と事業成果は開発計画であり、実測は未実施。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出典：競技規定 https://contest.bhuntr.com/en/39jg9vimiynrhlksze/home/ ；CEO 提供の運営返信、2026-10-12。性能と事業成果は開発計画であり、実測は未実施。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出典：競技規定 https://contest.bhuntr.com/en/39jg9vimiynrhlksze/home/ ；CEO 提供の運営返信、2026-10-12。性能と事業成果は開発計画であり、実測は未実施。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出典：競技規定 https://contest.bhuntr.com/en/39jg9vimiynrhlksze/home/ ；CEO 提供の運営返信、2026-10-12。性能と事業成果は開発計画であり、実測は未実施。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出典：競技規定 https://contest.bhuntr.com/en/39jg9vimiynrhlksze/home/ ；CEO 提供の運営返信、2026-10-12。性能と事業成果は開発計画であり、実測は未実施。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出典：競技規定 https://contest.bhuntr.com/en/39jg9vimiynrhlksze/home/ ；CEO 提供の運営返信、2026-10-12。性能と事業成果は開発計画であり、実測は未実施。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出典：競技規定 https://contest.bhuntr.com/en/39jg9vimiynrhlksze/home/ ；CEO 提供の運営返信、2026-10-12。性能と事業成果は開発計画であり、実測は未実施。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出典：競技規定 https://contest.bhuntr.com/en/39jg9vimiynrhlksze/home/ ；CEO 提供の運営返信、2026-10-12。性能と事業成果は開発計画であり、実測は未実施。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出典：競技規定 https://contest.bhuntr.com/en/39jg9vimiynrhlksze/home/ ；CEO 提供の運営返信、2026-10-12。性能と事業成果は開発計画であり、実測は未実施。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出典：競技規定 https://contest.bhuntr.com/en/39jg9vimiynrhlksze/home/ ；CEO 提供の運営返信、2026-10-12。性能と事業成果は開発計画であり、実測は未実施。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4be097f1d347e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20881ec868446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8f9a8dd041486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f7aed66f69451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a8e33a1a424dc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70922e6cb041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447118-1DD2-4DDF-BE01-BEA665203A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F471E48-12DE-4926-A725-31841563058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B8B6DA8-B01D-4DDB-8349-BBCE27C6A0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B3CE05-21F2-4135-BFF3-7183575395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952A4B7-827A-4BC4-95B3-31839D8F96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602DF2B-C1D0-4DDC-8352-DB4C66C4A2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58D837-F584-47BD-9CE8-563F429994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7144309-F1FC-43E9-A5F2-2F6F662B229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8976C6-392D-4FC6-B745-1F6665B293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ABD22BD-A5FA-48CD-9114-D8AED1B4C7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c497ccc609496b" /><Relationship Type="http://schemas.openxmlformats.org/officeDocument/2006/relationships/slideLayout" Target="/ppt/slideLayouts/slideLayout1.xml" Id="R921771ebaa394e74" /><Relationship Type="http://schemas.openxmlformats.org/officeDocument/2006/relationships/slideLayout" Target="/ppt/slideLayouts/slideLayout2.xml" Id="R6a671b7a6711486c" /><Relationship Type="http://schemas.openxmlformats.org/officeDocument/2006/relationships/slideLayout" Target="/ppt/slideLayouts/slideLayout3.xml" Id="Rc16b86685e0747d0" /><Relationship Type="http://schemas.openxmlformats.org/officeDocument/2006/relationships/slideLayout" Target="/ppt/slideLayouts/slideLayout4.xml" Id="Rb49b1ad9314245aa" /><Relationship Type="http://schemas.openxmlformats.org/officeDocument/2006/relationships/slideLayout" Target="/ppt/slideLayouts/slideLayout5.xml" Id="R772d0208489e4234" /><Relationship Type="http://schemas.openxmlformats.org/officeDocument/2006/relationships/slideLayout" Target="/ppt/slideLayouts/slideLayout6.xml" Id="R55c054facec542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1771ebaa394e74"/>
    <p:sldLayoutId xmlns:r="http://schemas.openxmlformats.org/officeDocument/2006/relationships" id="2147483650" r:id="R6a671b7a6711486c"/>
    <p:sldLayoutId xmlns:r="http://schemas.openxmlformats.org/officeDocument/2006/relationships" id="2147483651" r:id="Rc16b86685e0747d0"/>
    <p:sldLayoutId xmlns:r="http://schemas.openxmlformats.org/officeDocument/2006/relationships" id="2147483652" r:id="Rb49b1ad9314245aa"/>
    <p:sldLayoutId xmlns:r="http://schemas.openxmlformats.org/officeDocument/2006/relationships" id="2147483653" r:id="R772d0208489e4234"/>
    <p:sldLayoutId xmlns:r="http://schemas.openxmlformats.org/officeDocument/2006/relationships" id="2147483654" r:id="R55c054facec542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d51c6cfeba43fe" /><Relationship Type="http://schemas.openxmlformats.org/officeDocument/2006/relationships/notesSlide" Target="/ppt/notesSlides/notesSlide1.xml" Id="R06c517065c3543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e45a05a0324f52" /><Relationship Type="http://schemas.openxmlformats.org/officeDocument/2006/relationships/notesSlide" Target="/ppt/notesSlides/notesSlide2.xml" Id="Rf3bf4dbec1da4f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ec408edb8a4327" /><Relationship Type="http://schemas.openxmlformats.org/officeDocument/2006/relationships/notesSlide" Target="/ppt/notesSlides/notesSlide3.xml" Id="R76dbda0a50944e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e4b52b0331482f" /><Relationship Type="http://schemas.openxmlformats.org/officeDocument/2006/relationships/notesSlide" Target="/ppt/notesSlides/notesSlide4.xml" Id="Recfba6d5cedb40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71b6c9022f46d9" /><Relationship Type="http://schemas.openxmlformats.org/officeDocument/2006/relationships/notesSlide" Target="/ppt/notesSlides/notesSlide5.xml" Id="R676378f3afcf40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729281acaa439e" /><Relationship Type="http://schemas.openxmlformats.org/officeDocument/2006/relationships/notesSlide" Target="/ppt/notesSlides/notesSlide6.xml" Id="R129f560ed6d44a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dfc14e580d4ae2" /><Relationship Type="http://schemas.openxmlformats.org/officeDocument/2006/relationships/notesSlide" Target="/ppt/notesSlides/notesSlide7.xml" Id="Rcf7ff2e6667a4b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aed417fce4491c" /><Relationship Type="http://schemas.openxmlformats.org/officeDocument/2006/relationships/notesSlide" Target="/ppt/notesSlides/notesSlide8.xml" Id="Rc692533243ff4b9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da61ede95c496e" /><Relationship Type="http://schemas.openxmlformats.org/officeDocument/2006/relationships/notesSlide" Target="/ppt/notesSlides/notesSlide9.xml" Id="R94421a00edad42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32a48c24ab47ea" /><Relationship Type="http://schemas.openxmlformats.org/officeDocument/2006/relationships/notesSlide" Target="/ppt/notesSlides/notesSlide10.xml" Id="R818eb977873c42e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b49641c386429a" /><Relationship Type="http://schemas.openxmlformats.org/officeDocument/2006/relationships/notesSlide" Target="/ppt/notesSlides/notesSlide11.xml" Id="R281cf13a44b04e6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99263a580e4637" /><Relationship Type="http://schemas.openxmlformats.org/officeDocument/2006/relationships/notesSlide" Target="/ppt/notesSlides/notesSlide12.xml" Id="Rd54691d6294b4b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EC9D8D-4C2A-41B3-8874-974F881B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27B4DE-F602-4F8C-82DF-BA06D546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台湾語音声タスクカード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5C1CFD-FF97-4DB3-A19C-522B36BA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台湾語の作業依頼を、本人が確認できる仕事カードにする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54A43A-E26A-44A8-93B3-F5D05725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ASUS UGen AI League 2026｜Workplace AI｜Battlefield Lightning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Taigi AI Labs LLC｜日本・2025 年設立｜2 人チーム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Stage I 開発提案｜2026 年 10 月 14 日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現在は設計構想と機能模擬。UGen ハードウェアとの統合は未完了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F825BC-091B-4789-B0DD-800D6CE5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E592FC-30AB-4EDB-9207-48FE9035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649506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4B9895-5263-48FA-A215-73B1103F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2D198B-8CEC-406B-8B56-95C826E2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不完全な口頭依頼を整理して確認する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F86DD1-179D-49BD-890F-03E5B89F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台湾語の曖昧な作業指示を、本人が確認できる仕事カードにする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BFCAA4-7C6A-45CD-AE2E-8CB6BCD7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利用場面：現場の整理、資材準備、日常の作業依頼。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口頭の指示では担当者・時間・具体的な対象が抜けることがある。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原文と作業項目を並べ、本人が補足して確認できるようにする。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担当者が不明なら「確認待ち」のままにし、AI が勝手に決めない。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期待する成果：再入力を減らし、本人が確認した作業記録を残す。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F39463-A808-49F3-BC64-5AB244B6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042A60-F4B5-4FF7-937C-563E3F3F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604535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2A70CA-C596-47D9-995A-7E913A57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D847C3-0FDF-4982-9974-233A7C7B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利用者がタスク内容を順に確認する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10887F-F3E6-454D-A8CC-21F2B1E3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録音 → 文字化 → 整理 → 修正 → 確認して保存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E3560D-BD31-4A3A-AFCE-4DE46828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1　利用者が台湾語で作業内容を話す。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2　現場 PC が Taigi API を呼び、転記・必要な翻訳を受け取る。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3　PC が接続した UGen300 を制御し、小型言語モデルで項目を整理する。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4　利用者が原文を確認し、項目を修正して不足情報を補う。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5　確認後に保存。外部の台湾語 TTS による読み上げも選べる。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6F1743-6D3F-4A1B-B520-C030B6DA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CB6C7A-321F-4A7E-A8F8-15091644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873849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0F3199-C6EA-423E-A38A-6D57A48F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03EB2-3CA5-4516-930F-E5959DB0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現場 PC が API 呼出と UGen 推論を制御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981247-5C4F-443C-82DA-317967A8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予定構成：音声は外部 API、仕事整理は PC に接続した UGen で実行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D31A40-DA05-451A-87B9-3A46A3D1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800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5717C3-89CD-4D09-B493-A5639084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383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現場 PC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FB6F1E-5D7F-49B8-970E-336A5DB4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38375"/>
            <a:ext cx="748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録音し、Taigi API を呼び出す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9321EE-E188-4F0B-AD5B-EE57C823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667000"/>
            <a:ext cx="133350" cy="142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9452EC-8C95-4E8B-AF4E-FEC0C41A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2800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E10F3D-6E3F-47AD-96FF-8B9E43CE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Taigi 外部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FD1FB7-BD08-474E-8CF6-333DB3A8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57500"/>
            <a:ext cx="748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言語判定・文字化・翻訳をして返す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420BE2-3600-4D6D-9426-C5A7D0B1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86125"/>
            <a:ext cx="133350" cy="142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89EC34-9EAE-4A26-955C-8C8C60CF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2800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26B17A-E226-44C6-9832-FBE26A74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現場 PC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6EED27-5F58-4E1B-ABAD-BC29A7E6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76625"/>
            <a:ext cx="748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文章を受け取り、UGen 推論を起動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96B2C3-0A50-400A-8237-EBB1A233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05250"/>
            <a:ext cx="133350" cy="142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189A07-410A-422B-9087-3D8111B6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2800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97E3FE-9FDD-4F14-84D3-B8D2FFE3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UGen300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67F748-7FFC-4BBF-BDBE-E493D972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95750"/>
            <a:ext cx="748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小型言語モデルで仕事カード案を整理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7B6731-0EDE-413C-B0E1-081B6EDD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524375"/>
            <a:ext cx="133350" cy="142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3710B9-D2A9-4345-B6A0-B42B4C02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2800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9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E9647C-95B0-40BC-9102-9DE4BE57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148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PC／利用者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003023-8D87-4365-A826-0DB3B3F4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14875"/>
            <a:ext cx="748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形式検査 → 修正 → 確認して保存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CC2EF5-9661-4436-99BC-8CB35BCD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143500"/>
            <a:ext cx="133350" cy="142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DFAEC3-DE51-42CD-BAB7-58783372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2800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D3666A-9568-40CC-8564-F7A454B0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任意：Taigi TTS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AD4FD5-4223-4558-82F7-9EACFD9D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334000"/>
            <a:ext cx="748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PC が API を呼び、台湾語音声を取得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CCE8BA-D4A0-4A6D-BA22-660FE0F7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7B219B-945E-414F-86F0-1FE48FF8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836780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EC41CD-6341-408A-83CE-3DCDA37C3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6A608E-90E8-4716-95D4-7A442821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カード例：担当者がなければ利用者が補う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BE4542-B0F5-4D4A-9539-41B26E8B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模擬の中国語転記：明日の午後3時までに、倉庫の梱包材を整理して。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5B900-F78E-4AF8-9442-5BA80AFF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作業：梱包材を整理する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対象：倉庫の梱包材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時間の原文：明日の午後3時まで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担当者：確認待ち → 利用者が「現場責任者」と入力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原文を保持し、利用者の確認後に保存する。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架空の場面と模擬出力。音声認識や UGen 推論の実測結果ではない。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292EC-11FC-4234-B014-401384E5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2F1A7F-AF8A-4893-AB9D-00138299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590198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7F7625-FBDD-49B6-8AC6-7336C19D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99D33C-7273-40FC-83C4-1B49A5CD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仕事整理を現場の UGen で実行する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556E31-B980-45C1-AF34-F18FFBB2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仕事整理でクラウド言語モデルへの依存を減らす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FEDAED-2917-48DA-9034-A0D63109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現場 PC が Taigi API から転記・翻訳の文章を受け取る。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PC 側の推論制御プログラムが、接続した UGen300 に文章を送る。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UGen 上の小型言語モデルが作業項目の案を生成する。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PC が形式を検査して結果を表示し、本人の確認後に保存する。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モデルと実行環境は未選定。公式の対応一覧から試す。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音声処理には外部 API と通信が必要で、完全オフラインではない。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B802A0-0089-477C-BA80-157769C3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9B56E9-3345-4712-97CF-AF47251A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285069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AEF5DA-8C26-4C7F-9FF9-8702F106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037540-65AB-4E3C-9ECA-2BA9E615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既存技術と今回の新作品を区分する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E4C730-6DCC-47FC-AA72-FE611BCF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背景技術の権利帰属：Taigi AI Labs LLC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ADEF4F-D1A8-4333-8B6C-4200C09B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既存の外部サービス：Taigi 台湾語の言語判定 LID、音声認識 STT、翻訳、音声合成 TTS API。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今回の新作品：タスクカードの処理、UGen 推論インターフェース、確認画面、連携文書、展示素材。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公開文書・コードの範囲：新アプリと API クライアント。API キーは含めない。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既存モデル、重み、学習データ、サーバー側コードは提出リポジトリに入れない。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2026/10/12 の運営回答では、既存外部 API・モデル・重み・サーバー側コードは受賞作品の許諾対象外。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354EAA-BA1B-4CD6-9774-70C2CDA5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C70D3F-C85E-412A-878D-F4D70125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049303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6DA404-41F0-40DF-BA5C-805151DC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9F6154-3D36-4F77-B0A7-AD5F9F05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確認処理と失敗時の対応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C2AFC7-2B7F-4C9A-9202-ABD88E7F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タスクカードから外部への指示を自動実行しない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E2297A-9EF0-4E1B-B4A1-DCB9D962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原文を残し、文字化と整理の結果を利用者が確認する。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期限や担当者がなければ確認待ちの項目を表示する。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形式に問題があれば保存を止め、手動修正へ進む。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API の失敗や通信断は状態を表示し、再操作できるようにする。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音声・必要な文章は外部 API へ送信し、カードはホストが保存する。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競技の展示には架空の内容を使い、顧客データは使わない。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9FFE80-57B0-4B0D-B9AE-1FAEBC32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065A61-BAB0-46C5-95C1-F57EE2AD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825294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4854F9-0ECA-40D3-A208-4D79A8BA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946B69-2DA7-4B35-8147-57F5D2BF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Stage II：UGen で仕事整理ができるか検証する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DBCE0A-A866-47A6-9182-7B008E06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まず実機動作と項目の正確さを確認し、速度を評価する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26319C-5C5E-4560-85CD-33C8A482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11/6 以降：現場 PC、UGen300、公式実行環境、モデルを確認する。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実推論・形式検査・確認画面と、失敗時の確認・再入力を実装する。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架空の依頼 30 件と人が作る正解カードで、項目の正確さと誤補完を調べる。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UGen の実行可否、推論・API の時間、メモリ使用量、修正回数を記録する。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モデル・設定・入力をそろえられる場合は、CPU と同等条件で比較する。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実測結果はまだない。UGen の速度優位は測定して判断する。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D18D9E-F916-4DD7-ABA5-C98A5007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79A0D4-E42B-4335-96E8-839B1CE7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464075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65982C-A196-41BC-9B48-4C3123C8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D0B820-B2B8-4E07-AA42-F5AB4855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導入の仮説と期待する成果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09A80E-7E5C-47DD-BD21-4F5B6DF3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本人確認後の作業カードで職場の利用価値を検証する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2C4DF6-9E62-4A0B-8452-79B26D11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対象利用者：台湾語で口頭の作業依頼を行う小規模な現場チーム。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導入方法：依頼処理を試作し、利用頻度と修正の負担を確認する。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期待する成果：原文を見返し、不足情報を補い、確認して保存できる作業カード。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事業仮説：カードアプリと既存音声 API を組み合わせ、試作結果から提供方法を検討する。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導入率、売上、価格、時間短縮の実測成果は現時点では示していない。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C76F06-9EBC-4BBA-82ED-BE247DC4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A53AA9-BAE0-429C-9E27-07A62A8C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394645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AAB912-953C-4F59-B258-37A103F3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CECFA3-0AB1-433B-A98A-6AF99446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将来：社内で処理をまとめ、複数端末から使う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26AD85-7215-4BD3-A6A4-FE289B1C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開発中の台湾語音声 AI と組み合わせ、社内サービスに広げる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73BF7B-B570-4C4C-8654-6DF42184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企業内に設置できる台湾語の音声認識・翻訳・音声合成を開発中です。</a:t>
            </a:r>
          </a:p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将来は UGen の仕事整理と組み合わせ、複数の PC やタブレットから使います。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C450DE-11CF-43A0-92B9-375F4C27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3333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1AF7F5-27A0-4B6B-A3BB-5455E241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9525"/>
            <a:ext cx="3095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複数 PC／タブレット</a:t>
            </a:r>
          </a:p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仕事を話す・カードを見る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16963D-CC5E-4751-B5FE-BA03FB92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105275"/>
            <a:ext cx="3619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9388AB-C072-4EA4-8895-F2982DF1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67125"/>
            <a:ext cx="3333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B2896A-8AFF-45E1-80B7-670A6E87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19525"/>
            <a:ext cx="3095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社内 PC／サーバー</a:t>
            </a:r>
          </a:p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Taigi 音声 AI ＋ 接続した UGen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1CD451-9D09-4FBC-9A09-EE0E58C4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105275"/>
            <a:ext cx="3619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609D16-655E-4ED5-9899-51A1BB44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67125"/>
            <a:ext cx="3333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6F1854-DEFB-43E3-93DF-DD72FCE3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19525"/>
            <a:ext cx="3095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本人が確認・修正</a:t>
            </a:r>
          </a:p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仕事カードを保存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6C492D-8052-4285-A83E-EF2D2506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5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今回の提出構成は外部音声 API ＋ UGen。このページは将来の開発方針です。</a:t>
            </a:r>
          </a:p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対応モデル・実際の性能・社内ネットワークでの稼働を検証します。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DF1B8B-8680-4544-B70F-166CC6B9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F28129-EDC5-4774-8842-9A5BBF58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693405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F8CE1-6389-45D1-9A11-D1CF6268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FD76D-9701-4AD5-84FE-D1B7C71E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参考資料と作品文書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712A8F-C72C-4EE4-A617-A9AE6D18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Taigi AI Labs LLC｜info@ailabs.jp｜https://ailabs.jp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CD3268-DB29-4191-B5F2-3DD93F9E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競技規定と Stage I の提出要件</a:t>
            </a:r>
          </a:p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https://contest.bhuntr.com/en/39jg9vimiynrhlksze/home/</a:t>
            </a:r>
          </a:p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UGen の公式モデル参考資料</a:t>
            </a:r>
          </a:p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https://github.com/Asus-UGen-Series/ugen-pretrained-model-reference</a:t>
            </a:r>
          </a:p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Hailo の公式生成モデル文書</a:t>
            </a:r>
          </a:p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https://github.com/hailo-ai/hailo_model_zoo_genai</a:t>
            </a:r>
          </a:p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作品文書：本資料に付属する構成図、機能模擬動画、新アプリ README</a:t>
            </a:r>
          </a:p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Public GitHub の文書リンク：公開後に提出フォームと本ページへ追加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975A3B-D0FE-468E-8198-D225142C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35D296-E465-4DF2-8333-D632D60D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230637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2026-10-12T07:08:05.0730000Z</dcterms:created>
  <dcterms:modified xsi:type="dcterms:W3CDTF">2026-10-12T07:08:05.0730000Z</dcterms:modified>
</coreProperties>
</file>