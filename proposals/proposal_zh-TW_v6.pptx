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8c33637623433c" /><Relationship Type="http://schemas.openxmlformats.org/officeDocument/2006/relationships/extended-properties" Target="/docProps/app.xml" Id="R5d48c7e7839d4c81" /><Relationship Type="http://schemas.openxmlformats.org/officeDocument/2006/relationships/officeDocument" Target="/ppt/presentation.xml" Id="R6b996af5c0fe4a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2746816e604a71"/>
  </p:sldMasterIdLst>
  <p:notesMasterIdLst>
    <p:notesMasterId xmlns:r="http://schemas.openxmlformats.org/officeDocument/2006/relationships" r:id="R2f8eb3ae2ea04dc9"/>
  </p:notesMasterIdLst>
  <p:sldIdLst>
    <p:sldId xmlns:r="http://schemas.openxmlformats.org/officeDocument/2006/relationships" id="256" r:id="R95ccd5dae5af4ae7"/>
    <p:sldId xmlns:r="http://schemas.openxmlformats.org/officeDocument/2006/relationships" id="257" r:id="Rcc933386edda483e"/>
    <p:sldId xmlns:r="http://schemas.openxmlformats.org/officeDocument/2006/relationships" id="258" r:id="Ra7a0bb8628584e41"/>
    <p:sldId xmlns:r="http://schemas.openxmlformats.org/officeDocument/2006/relationships" id="259" r:id="Rf116e730c5d948ad"/>
    <p:sldId xmlns:r="http://schemas.openxmlformats.org/officeDocument/2006/relationships" id="260" r:id="R9bd14b3e28d44f78"/>
    <p:sldId xmlns:r="http://schemas.openxmlformats.org/officeDocument/2006/relationships" id="261" r:id="R62934da570e84abe"/>
    <p:sldId xmlns:r="http://schemas.openxmlformats.org/officeDocument/2006/relationships" id="262" r:id="Rcfef4598471343b7"/>
    <p:sldId xmlns:r="http://schemas.openxmlformats.org/officeDocument/2006/relationships" id="263" r:id="Rc69c42ff339a4268"/>
    <p:sldId xmlns:r="http://schemas.openxmlformats.org/officeDocument/2006/relationships" id="264" r:id="R8e12fcc2e0664878"/>
    <p:sldId xmlns:r="http://schemas.openxmlformats.org/officeDocument/2006/relationships" id="265" r:id="R923cb8db3cca498b"/>
    <p:sldId xmlns:r="http://schemas.openxmlformats.org/officeDocument/2006/relationships" id="266" r:id="R4f290d87f9784b2b"/>
    <p:sldId xmlns:r="http://schemas.openxmlformats.org/officeDocument/2006/relationships" id="267" r:id="R018304de78ed45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901bccd39495d" /><Relationship Type="http://schemas.openxmlformats.org/officeDocument/2006/relationships/slideMaster" Target="/ppt/slideMasters/slideMaster1.xml" Id="R0b2746816e604a71" /><Relationship Type="http://schemas.openxmlformats.org/officeDocument/2006/relationships/notesMaster" Target="/ppt/notesMasters/notesMaster1.xml" Id="R2f8eb3ae2ea04dc9" /><Relationship Type="http://schemas.openxmlformats.org/officeDocument/2006/relationships/presProps" Target="/ppt/presProps.xml" Id="R015de36a315d4788" /><Relationship Type="http://schemas.openxmlformats.org/officeDocument/2006/relationships/tableStyles" Target="/ppt/tableStyles.xml" Id="R48ad7bd1901e4524" /><Relationship Type="http://schemas.openxmlformats.org/officeDocument/2006/relationships/slide" Target="/ppt/slides/slide1.xml" Id="R95ccd5dae5af4ae7" /><Relationship Type="http://schemas.openxmlformats.org/officeDocument/2006/relationships/slide" Target="/ppt/slides/slide2.xml" Id="Rcc933386edda483e" /><Relationship Type="http://schemas.openxmlformats.org/officeDocument/2006/relationships/slide" Target="/ppt/slides/slide3.xml" Id="Ra7a0bb8628584e41" /><Relationship Type="http://schemas.openxmlformats.org/officeDocument/2006/relationships/slide" Target="/ppt/slides/slide4.xml" Id="Rf116e730c5d948ad" /><Relationship Type="http://schemas.openxmlformats.org/officeDocument/2006/relationships/slide" Target="/ppt/slides/slide5.xml" Id="R9bd14b3e28d44f78" /><Relationship Type="http://schemas.openxmlformats.org/officeDocument/2006/relationships/slide" Target="/ppt/slides/slide6.xml" Id="R62934da570e84abe" /><Relationship Type="http://schemas.openxmlformats.org/officeDocument/2006/relationships/slide" Target="/ppt/slides/slide7.xml" Id="Rcfef4598471343b7" /><Relationship Type="http://schemas.openxmlformats.org/officeDocument/2006/relationships/slide" Target="/ppt/slides/slide8.xml" Id="Rc69c42ff339a4268" /><Relationship Type="http://schemas.openxmlformats.org/officeDocument/2006/relationships/slide" Target="/ppt/slides/slide9.xml" Id="R8e12fcc2e0664878" /><Relationship Type="http://schemas.openxmlformats.org/officeDocument/2006/relationships/slide" Target="/ppt/slides/slide10.xml" Id="R923cb8db3cca498b" /><Relationship Type="http://schemas.openxmlformats.org/officeDocument/2006/relationships/slide" Target="/ppt/slides/slide11.xml" Id="R4f290d87f9784b2b" /><Relationship Type="http://schemas.openxmlformats.org/officeDocument/2006/relationships/slide" Target="/ppt/slides/slide12.xml" Id="R018304de78ed45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c3ed2d6f7346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2b15015e0d4420" /><Relationship Type="http://schemas.openxmlformats.org/officeDocument/2006/relationships/notesMaster" Target="/ppt/notesMasters/notesMaster1.xml" Id="R159efc3ffd8444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d30acd28df41bd" /><Relationship Type="http://schemas.openxmlformats.org/officeDocument/2006/relationships/notesMaster" Target="/ppt/notesMasters/notesMaster1.xml" Id="R1752f70d4d5d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eb484a2b134aac" /><Relationship Type="http://schemas.openxmlformats.org/officeDocument/2006/relationships/notesMaster" Target="/ppt/notesMasters/notesMaster1.xml" Id="R95f5e56e73ec45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4807729561487c" /><Relationship Type="http://schemas.openxmlformats.org/officeDocument/2006/relationships/notesMaster" Target="/ppt/notesMasters/notesMaster1.xml" Id="R950310ec7f9349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d5d8e6b12e4834" /><Relationship Type="http://schemas.openxmlformats.org/officeDocument/2006/relationships/notesMaster" Target="/ppt/notesMasters/notesMaster1.xml" Id="R93294013946348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94e618c608483a" /><Relationship Type="http://schemas.openxmlformats.org/officeDocument/2006/relationships/notesMaster" Target="/ppt/notesMasters/notesMaster1.xml" Id="R80ac53ddce504e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3a43bd27874fd8" /><Relationship Type="http://schemas.openxmlformats.org/officeDocument/2006/relationships/notesMaster" Target="/ppt/notesMasters/notesMaster1.xml" Id="R0f79f2f1b96943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3749c8db284263" /><Relationship Type="http://schemas.openxmlformats.org/officeDocument/2006/relationships/notesMaster" Target="/ppt/notesMasters/notesMaster1.xml" Id="Rd704b10c1fa340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4b1e227c4b4f63" /><Relationship Type="http://schemas.openxmlformats.org/officeDocument/2006/relationships/notesMaster" Target="/ppt/notesMasters/notesMaster1.xml" Id="R2b702b12e66c42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07256c89e4466a" /><Relationship Type="http://schemas.openxmlformats.org/officeDocument/2006/relationships/notesMaster" Target="/ppt/notesMasters/notesMaster1.xml" Id="R84ee838801df43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b53d218dd9483b" /><Relationship Type="http://schemas.openxmlformats.org/officeDocument/2006/relationships/notesMaster" Target="/ppt/notesMasters/notesMaster1.xml" Id="R3b843248db0544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df884f01a44250" /><Relationship Type="http://schemas.openxmlformats.org/officeDocument/2006/relationships/notesMaster" Target="/ppt/notesMasters/notesMaster1.xml" Id="R3dafe9d7ccf54e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來源：v6 implementation/BENCHMARK.md、ARCHITECTURE.md、API 測試記錄與 implementation/evidence/reception_demo/ 實畫面；主辦郵件與官方規則。接待場景為假設，HTTP 完成不是 GPU 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4e22f32814c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62b8f04c54e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c9e6cc1164f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c6ff7e7c44f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5681af8cc4d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3b7eb00de45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1C4C8-B913-44DE-87B0-C33336418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AB306C-2B3E-4BAA-838C-0E39477287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0EE6CD-B255-46DF-9A7F-F9A8E9020A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FF56AC-FDA3-4AF9-952D-2DCBC212C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01A411-1BD3-4BF8-99B6-ED532C9FE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0CEF27-9D7A-4803-82CE-FF266139B3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E18B84-4FC4-4FDA-82A3-6C12CD16E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E096BC-FB64-4D42-A958-BB0503DFA2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E16D2E-0B91-4780-AE1A-F6A39DE73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DA1074-9FAB-476B-853B-DF5157E1AD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ab40be2974c53" /><Relationship Type="http://schemas.openxmlformats.org/officeDocument/2006/relationships/slideLayout" Target="/ppt/slideLayouts/slideLayout1.xml" Id="R9751bc6b12cf4db8" /><Relationship Type="http://schemas.openxmlformats.org/officeDocument/2006/relationships/slideLayout" Target="/ppt/slideLayouts/slideLayout2.xml" Id="R4b579a6ae15644c6" /><Relationship Type="http://schemas.openxmlformats.org/officeDocument/2006/relationships/slideLayout" Target="/ppt/slideLayouts/slideLayout3.xml" Id="R573ca3e2f4794de2" /><Relationship Type="http://schemas.openxmlformats.org/officeDocument/2006/relationships/slideLayout" Target="/ppt/slideLayouts/slideLayout4.xml" Id="Rc0d5ce8bce8b452b" /><Relationship Type="http://schemas.openxmlformats.org/officeDocument/2006/relationships/slideLayout" Target="/ppt/slideLayouts/slideLayout5.xml" Id="Re8794f601ade45b8" /><Relationship Type="http://schemas.openxmlformats.org/officeDocument/2006/relationships/slideLayout" Target="/ppt/slideLayouts/slideLayout6.xml" Id="R3921a41e293a49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51bc6b12cf4db8"/>
    <p:sldLayoutId xmlns:r="http://schemas.openxmlformats.org/officeDocument/2006/relationships" id="2147483650" r:id="R4b579a6ae15644c6"/>
    <p:sldLayoutId xmlns:r="http://schemas.openxmlformats.org/officeDocument/2006/relationships" id="2147483651" r:id="R573ca3e2f4794de2"/>
    <p:sldLayoutId xmlns:r="http://schemas.openxmlformats.org/officeDocument/2006/relationships" id="2147483652" r:id="Rc0d5ce8bce8b452b"/>
    <p:sldLayoutId xmlns:r="http://schemas.openxmlformats.org/officeDocument/2006/relationships" id="2147483653" r:id="Re8794f601ade45b8"/>
    <p:sldLayoutId xmlns:r="http://schemas.openxmlformats.org/officeDocument/2006/relationships" id="2147483654" r:id="R3921a41e293a49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e5cd43a5f43f7" /><Relationship Type="http://schemas.openxmlformats.org/officeDocument/2006/relationships/notesSlide" Target="/ppt/notesSlides/notesSlide1.xml" Id="R47c5ccc0624942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84ac5fc46e45b6" /><Relationship Type="http://schemas.openxmlformats.org/officeDocument/2006/relationships/notesSlide" Target="/ppt/notesSlides/notesSlide2.xml" Id="Ra5fd87f2422c4e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055e899cc474c" /><Relationship Type="http://schemas.openxmlformats.org/officeDocument/2006/relationships/notesSlide" Target="/ppt/notesSlides/notesSlide3.xml" Id="R3b23ac8c20e445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f0b6f045e4063" /><Relationship Type="http://schemas.openxmlformats.org/officeDocument/2006/relationships/image" Target="/ppt/media/image.jpeg" Id="R035231380c704aa7" /><Relationship Type="http://schemas.openxmlformats.org/officeDocument/2006/relationships/notesSlide" Target="/ppt/notesSlides/notesSlide4.xml" Id="R33cf845f7d2847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bb716e965b44d7" /><Relationship Type="http://schemas.openxmlformats.org/officeDocument/2006/relationships/notesSlide" Target="/ppt/notesSlides/notesSlide5.xml" Id="Rae5dc67d12624e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f7570a7d94779" /><Relationship Type="http://schemas.openxmlformats.org/officeDocument/2006/relationships/notesSlide" Target="/ppt/notesSlides/notesSlide6.xml" Id="Rb11b9726774841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587fcf3a64495" /><Relationship Type="http://schemas.openxmlformats.org/officeDocument/2006/relationships/notesSlide" Target="/ppt/notesSlides/notesSlide7.xml" Id="R865f1aaee9fa4a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a0e1a3e1040e4" /><Relationship Type="http://schemas.openxmlformats.org/officeDocument/2006/relationships/notesSlide" Target="/ppt/notesSlides/notesSlide8.xml" Id="R0eb5cab427614b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76c8a6c8d4f51" /><Relationship Type="http://schemas.openxmlformats.org/officeDocument/2006/relationships/notesSlide" Target="/ppt/notesSlides/notesSlide9.xml" Id="R38d27287e1f54b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b819713b74d1d" /><Relationship Type="http://schemas.openxmlformats.org/officeDocument/2006/relationships/notesSlide" Target="/ppt/notesSlides/notesSlide10.xml" Id="Rd0f8ed08de974b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b18f820f447dc" /><Relationship Type="http://schemas.openxmlformats.org/officeDocument/2006/relationships/notesSlide" Target="/ppt/notesSlides/notesSlide11.xml" Id="R845d00d1fbfd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5705ed477487d" /><Relationship Type="http://schemas.openxmlformats.org/officeDocument/2006/relationships/hyperlink" Target="https://ailabs.jp" TargetMode="External" Id="R1a592dbd03614623" /><Relationship Type="http://schemas.openxmlformats.org/officeDocument/2006/relationships/hyperlink" Target="https://github.com/arata-1972/ASUS_UGen" TargetMode="External" Id="Rfb6a8152c0c04114" /><Relationship Type="http://schemas.openxmlformats.org/officeDocument/2006/relationships/hyperlink" Target="https://youtu.be/KMAJUB4vhRY" TargetMode="External" Id="R47f6787b21764604" /><Relationship Type="http://schemas.openxmlformats.org/officeDocument/2006/relationships/hyperlink" Target="https://contest.bhuntr.com/en/39jg9vimiynrhlksze/home/" TargetMode="External" Id="Rdf2b9b939ae04d45" /><Relationship Type="http://schemas.openxmlformats.org/officeDocument/2006/relationships/hyperlink" Target="https://www.asus.com/motherboards-components/ai-accelerator/ugen/ugen-arc-pro-b70-32g/techspec/" TargetMode="External" Id="Rb1cb248e39264fa1" /><Relationship Type="http://schemas.openxmlformats.org/officeDocument/2006/relationships/hyperlink" Target="https://docs.openvino.ai/2026/api/genai_api/_autosummary/openvino_genai.ASRPipeline.html" TargetMode="External" Id="R52b029c9b48a416d" /><Relationship Type="http://schemas.openxmlformats.org/officeDocument/2006/relationships/notesSlide" Target="/ppt/notesSlides/notesSlide12.xml" Id="R74574113af584e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B0B1F-C3E6-4190-89DB-FFC5D0A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C26BC-9D46-4A48-B9F3-0902CD2E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台語 SpeechBridge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37532-7848-4D12-BBA4-FA5C004A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讓台語來訪者與華語接待人員，一句一句互相理解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87BFA-44FC-4E76-B8A6-2629E59D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UGen AI League 2026｜Workplace AI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Thunderstorm 提案｜2 人個人團隊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背景語音技術：Taigi AI Labs LLC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I：已有本機操作介面與自架 API 連線測試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UGen／B70 GPU 推論尚未實證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5522E-8FF0-4936-8B62-E53826B6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BA876-9D02-4B25-8546-2D5F4A0F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7205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5A5FF-8C36-402D-889D-A07F0D6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8E5CA-600A-4D30-A1F3-68B8C314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接待現場需要的是下一句能聽懂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C8AE7-4E3D-4B18-A910-BB4BF558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情境假設：來訪者問報到位置，職員確認預約姓名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A438-EAB7-43DF-A182-BFE77526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來訪者平常使用台語，接待人員使用華語。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雙方需要確認「在哪裡報到」「預約名字是什麼」「在哪裡等」。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一方說完，另一方要能看懂、聽懂，再接著回答。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目標是減少反覆詢問與意思誤解；尚未量測導入效果。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此為驗證中的使用情境，不是已導入客戶案例。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8B51F-C136-4757-A88B-60977894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A6538-2CA7-4A9A-871E-EEB0A63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450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E88E4-7F40-4070-8465-A5F86C25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09CE0-4989-4635-A87A-B146EC85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先確認原文，再把意思傳給對方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B42DA-6011-456E-803A-6E5DB277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音檔 → 辨識 → 本人修正 → 翻譯 → 語音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49CF7-BB1D-42EE-AF51-23310E54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　選台語或華語，上傳 WAV；按下辨識後才送出。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　查看原文，修正姓名、地點或聽錯的內容。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3　翻成另一種語言，必要時再修改譯文。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4　產生對方語言的語音，播放或再聽一次。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5　另一方切換語言，用相同流程回覆。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現版為音檔上傳，尚未加入麥克風錄音。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DDCE7-F68F-4061-A223-320903E2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B3C81-3A9C-481B-8E7C-02D9274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2051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1386-9FE2-42C0-B9B6-6F5EF1B2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B9ADF-E431-487A-82CE-523262B6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實際操作畫面：確認譯文並播放語音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5702F-B019-4B2D-886D-1877AE85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本機瀏覽器介面；推論由已設定的自架服務執行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38E2A-C3F5-45F6-A144-A5CC93B16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231380c704aa7"/>
          <a:srcRect xmlns:a="http://schemas.openxmlformats.org/drawingml/2006/main" l="0" t="18431" r="0" b="18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10972800" cy="3924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76E3F-83F3-41BC-8284-C311C105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00711-9656-4CA1-965C-065DBA29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2782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1E9B0-4B8D-4668-9D86-2D73889C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E0EE9-BE97-47FA-8163-8EEE333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辨識錯誤不隱藏，由使用者修正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B8A84-3038-4C6C-A92E-E26D8FC6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示範輸入是 Taigi TTS 合成台語，不是真人錄音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DEB16-8DF4-425B-B418-A621587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輸入文字：「請問服務台佇佗位?」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實際 ASR：「請問服務代到位去。」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本人修正：「請問服務台佇佗位？」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實際翻譯：「請問服務台在哪裡?」→ 全角標點修正後產生華語語音。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畫面保留原文與譯文，修正後才送下一階段。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這個示範呈現錯誤與補正，不代表已通過辨識品質評估。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31477-A916-4E48-B19E-48ECD7BC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30F87-318C-4613-A924-D2BCBB2B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55748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F7C29F-EE2C-440D-9F3A-DBE3A4B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75CFF-9BFE-44EC-B70B-CF35BFE1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目前架構：本機介面連接自架語音服務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256BB-A1F0-4BA3-89E6-3F0A2C1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ASR、EOLE 翻譯與 TTS；不需要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08439-4655-448B-9AE7-9497B046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C44D4-1439-4656-9A28-473BE33E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本機瀏覽器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9445B-A18F-4411-8FA2-6B67FD96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145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選台語／華語，指定 WAV 音檔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92059-C152-4B28-B0A9-4DE86AD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00350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4EF26-C5EF-4721-B221-389FB0BD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A2A1F-5C20-4883-A058-2494F806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本機 Node 介接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DF59C-5A47-4271-9C78-D141983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送往設定的自架 ASR 服務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EA345-7E9B-40B2-AE5A-2A220582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1472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0AF39-1170-429A-8E26-589E6FA3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52CC0-707F-4A32-9166-FD4A2E76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7D1F7-4ED6-4F6E-989F-CA0ED90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433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確認與修正辨識原文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0E3A6-25B6-47B2-B4B6-B34E3E09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29100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8C300-4F4A-44E6-940A-5A4D73D8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3A057-57BA-45C9-8B02-A81E850A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自架 EOLE 翻譯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23D37-841B-43B3-935C-949C13A7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翻成另一種語言，再確認與修正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89C7B-5FCD-424C-A17D-5CCD73E6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4347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B5727-BE39-4E6C-A103-24BD8876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D957E-93F2-47D5-84CA-BE33D087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自架台語／華語 TTS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5D18E-CA02-4EAA-91A9-1E86ECD5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720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產生音訊，瀏覽器播放或下載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904E5-7A08-4553-97B5-F2C6D0E8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F0F23-7FD9-49E0-9FDA-5C8EC8D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6789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53F65-B9FA-42F9-AE2C-CEFA75C7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380B4-9421-4C88-B547-9A6A1684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本次實際畫面展示：修正後聽到華語譯文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A10AA-A9AE-4FCD-8E58-FFC01CC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合成台語問題 → 實 ASR → 本人修正 → 翻譯 → 華語 TTS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D71A0-C781-4A21-8009-D4AA954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問題：「請問服務台佇佗位？」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華語：「請問服務台在哪裡？」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畫面顯示 ASR 約 803 ms、翻譯約 189 ms、TTS 約 1,147 ms。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成功生成並實際播放華語音訊；未驗證瀏覽器下載存檔。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時間是單次 API 操作，含網路，且不包含本人修正時間。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 CLI 連線測試與此接待示範分開記錄，均非 UGen 實機效能。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6CDC2-BE5A-4B36-AC9D-4AEBC86A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4E08C-A099-4422-8868-EE719DC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1092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D5DE6-F13B-4503-AEBE-31732F53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DD054-91D7-4A4D-9AE2-E7021F9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II：由指定平台執行語音辨識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D8352-72AA-4953-8273-05E6BC7B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Thunderstorm：先驗證 OpenVINO ASR，再評估其他語音模型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D4290-6AD6-498C-AC6C-08FAC2B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1EB5C-F09B-494E-BA02-62931428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本機介面／主機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5540F-35F6-4072-BF9E-30277DE5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95550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管理音檔、原文修正與播放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13721-B49C-4993-83D4-BFEC5B06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1524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67FDD-D6F4-47E1-BF1A-D2B5E354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26083-DF61-4124-8109-CEBA5127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B70／OpenVINO ASR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886E9-BCBB-4EB9-A138-F1C5CE93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00425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指定環境語音辨識：Stage II 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C9B81-545B-46D0-A3AB-58C67A33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33825"/>
            <a:ext cx="1524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6AF8C-CA65-497D-9115-99FAD62C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D6220-8AB4-4C8F-90DA-86869CED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既有 EOLE／TTS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75D05-32F9-42E3-B49F-2D57F059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05300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先保留服務，裝置移植另行驗證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5F3A8-7E28-4373-9C38-331CD3B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官方提供 OpenVINO／ASR 整合候選路徑；尚未驗證自有模型相容或 GPU 實行。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9BF66-CC6A-4228-9B70-3A6DC91C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B4536-FFBD-4292-8F7E-F7F913FF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8719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8D2D7-D8B2-4991-8C0B-AE1712CA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9EA54-081B-4E89-8BF5-6B0CC6B8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已測試的部分與下一步驗證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B9330-D243-409A-A398-A6A1803B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連線完成、文字正確與 GPU 執行是不同的事情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84F4-10D0-4A78-A08F-5AB268CF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12 項API 介接規格與失敗處理測試通過。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本機介面已啟動，確認文字編輯與未設定時的錯誤。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實 API 的 CLI 結果、生成音訊與錯誤記錄均保留。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下一步：真人短句、原文／譯文修正及雙向會話；合成短句已展示重播。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II：模型相容、GPU 實際執行、記憶體與延遲。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僅在模型、設定與輸入可比較時，才做 CPU／GPU 比較。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5EA46-76C6-47F0-9E77-3441C5C9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57F01-8EA3-4BC2-AEFE-9907DC94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43645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38506-E87A-441F-ADFC-5550C326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0C656-8609-42A5-BA47-C63EB490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新應用與既有技術分開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97477-4A70-442A-B7CC-5C680138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背景技術歸屬：Taigi AI Labs LLC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B7CBC-85BA-43B4-81FB-9EFAAEE7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既有資產：台語 ASR、翻譯、台語 TTS 與華語語音服務。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本次新作品：會話介面、原文／譯文修正、後端介接、測試與裝置整合。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公開：新客戶端、介接說明與公開文件。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不公開：API 金鑰、私人模型權重、訓練資料與既有伺服器原始碼。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依實際採用的模型／執行環境確認授權與標示。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E329B-66A5-4084-8396-E758B7FB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512C4-5874-4CFF-93CA-643CC0F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412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012C4-05E9-49FF-A21D-C91EB49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41073-92E9-4B0D-B2AA-49EA032B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先驗證一個接待場景，再考慮多裝置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66E24-EADF-4355-8BCA-AD6430E8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目標：來訪者能表達需求，職員能清楚回覆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6EBF1-E602-4879-B0BD-1217C724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先用一台接待電腦，測試台語／華語短句輪流對話。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確認是否能減少聽錯、重問與反覆改用文字輸入。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後續可評估企業內部伺服器服務多個電腦或平板。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部署成本、現場使用與導入意願仍需驗證。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目前沒有價格、付費客戶數或導入效果的主張。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47606-0D37-40A5-AC1E-BCA2B03D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0626D-0C65-4530-82F6-DE07F760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71304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10AAF-DD20-4D6F-93F8-758663AA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4349A-62BA-44F6-BD79-28BC888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作品文件、展示影片與參考資料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27C9E-27DB-4136-9A78-657DC78A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Taigi AI Labs LLC｜info@ailabs.jp｜</a:t>
            </a:r>
            <a:r>
              <a:rPr sz="1800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a592dbd03614623"/>
              </a:rPr>
              <a:t>https://ailabs.jp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E0E12-EBD7-46FF-909A-FCE5D55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Public GitHub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b6a8152c0c04114"/>
              </a:rPr>
              <a:t>https://github.com/arata-1972/ASUS_UGen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華語旁白實畫面展示影片（YouTube 不公開列出）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7f6787b21764604"/>
              </a:rPr>
              <a:t>https://youtu.be/KMAJUB4vhRY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競賽辦法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f2b9b939ae04d45"/>
              </a:rPr>
              <a:t>https://contest.bhuntr.com/en/39jg9vimiynrhlksze/home/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B70 規格／Intel OpenVINO ASR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b1cb248e39264fa1"/>
              </a:rPr>
              <a:t>https://www.asus.com/motherboards-components/ai-accelerator/ugen/ugen-arc-pro-b70-32g/techspec/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52b029c9b48a416d"/>
              </a:rPr>
              <a:t>https://docs.openvino.ai/2026/api/genai_api/_autosummary/openvino_genai.ASRPipeline.html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AE577-6630-4F03-8A5D-D653DFFD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044FA-A8CA-4993-BCAD-09506B56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9944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2026-10-12T14:53:55.5520000Z</dcterms:created>
  <dcterms:modified xsi:type="dcterms:W3CDTF">2026-10-12T14:53:55.5520000Z</dcterms:modified>
</coreProperties>
</file>