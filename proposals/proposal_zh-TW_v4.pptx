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32880c4ef4a45" /><Relationship Type="http://schemas.openxmlformats.org/officeDocument/2006/relationships/extended-properties" Target="/docProps/app.xml" Id="Rf19006f95ec34a35" /><Relationship Type="http://schemas.openxmlformats.org/officeDocument/2006/relationships/officeDocument" Target="/ppt/presentation.xml" Id="R126828f49899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939d491344703"/>
  </p:sldMasterIdLst>
  <p:notesMasterIdLst>
    <p:notesMasterId xmlns:r="http://schemas.openxmlformats.org/officeDocument/2006/relationships" r:id="Ra2315d42b9da4cea"/>
  </p:notesMasterIdLst>
  <p:sldIdLst>
    <p:sldId xmlns:r="http://schemas.openxmlformats.org/officeDocument/2006/relationships" id="256" r:id="Re6f7118f8bd946ca"/>
    <p:sldId xmlns:r="http://schemas.openxmlformats.org/officeDocument/2006/relationships" id="257" r:id="R9b527a5661314eb0"/>
    <p:sldId xmlns:r="http://schemas.openxmlformats.org/officeDocument/2006/relationships" id="258" r:id="Raac778b5a9134658"/>
    <p:sldId xmlns:r="http://schemas.openxmlformats.org/officeDocument/2006/relationships" id="259" r:id="R265219b306c747b5"/>
    <p:sldId xmlns:r="http://schemas.openxmlformats.org/officeDocument/2006/relationships" id="260" r:id="R1fd85eff4e61421d"/>
    <p:sldId xmlns:r="http://schemas.openxmlformats.org/officeDocument/2006/relationships" id="261" r:id="R351888fcf3e441a7"/>
    <p:sldId xmlns:r="http://schemas.openxmlformats.org/officeDocument/2006/relationships" id="262" r:id="Ra6eabdd230fc4d81"/>
    <p:sldId xmlns:r="http://schemas.openxmlformats.org/officeDocument/2006/relationships" id="263" r:id="Rd0318ab1be9d469e"/>
    <p:sldId xmlns:r="http://schemas.openxmlformats.org/officeDocument/2006/relationships" id="264" r:id="R0e35ee65ac564d58"/>
    <p:sldId xmlns:r="http://schemas.openxmlformats.org/officeDocument/2006/relationships" id="265" r:id="Rb4a0968176804d3d"/>
    <p:sldId xmlns:r="http://schemas.openxmlformats.org/officeDocument/2006/relationships" id="266" r:id="R601ccf2222fd419e"/>
    <p:sldId xmlns:r="http://schemas.openxmlformats.org/officeDocument/2006/relationships" id="267" r:id="R3d1f6b43f2624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533ed95634c21" /><Relationship Type="http://schemas.openxmlformats.org/officeDocument/2006/relationships/slideMaster" Target="/ppt/slideMasters/slideMaster1.xml" Id="R7d3939d491344703" /><Relationship Type="http://schemas.openxmlformats.org/officeDocument/2006/relationships/notesMaster" Target="/ppt/notesMasters/notesMaster1.xml" Id="Ra2315d42b9da4cea" /><Relationship Type="http://schemas.openxmlformats.org/officeDocument/2006/relationships/presProps" Target="/ppt/presProps.xml" Id="R477df46cdd2743dd" /><Relationship Type="http://schemas.openxmlformats.org/officeDocument/2006/relationships/tableStyles" Target="/ppt/tableStyles.xml" Id="R4e41e02b170848be" /><Relationship Type="http://schemas.openxmlformats.org/officeDocument/2006/relationships/slide" Target="/ppt/slides/slide1.xml" Id="Re6f7118f8bd946ca" /><Relationship Type="http://schemas.openxmlformats.org/officeDocument/2006/relationships/slide" Target="/ppt/slides/slide2.xml" Id="R9b527a5661314eb0" /><Relationship Type="http://schemas.openxmlformats.org/officeDocument/2006/relationships/slide" Target="/ppt/slides/slide3.xml" Id="Raac778b5a9134658" /><Relationship Type="http://schemas.openxmlformats.org/officeDocument/2006/relationships/slide" Target="/ppt/slides/slide4.xml" Id="R265219b306c747b5" /><Relationship Type="http://schemas.openxmlformats.org/officeDocument/2006/relationships/slide" Target="/ppt/slides/slide5.xml" Id="R1fd85eff4e61421d" /><Relationship Type="http://schemas.openxmlformats.org/officeDocument/2006/relationships/slide" Target="/ppt/slides/slide6.xml" Id="R351888fcf3e441a7" /><Relationship Type="http://schemas.openxmlformats.org/officeDocument/2006/relationships/slide" Target="/ppt/slides/slide7.xml" Id="Ra6eabdd230fc4d81" /><Relationship Type="http://schemas.openxmlformats.org/officeDocument/2006/relationships/slide" Target="/ppt/slides/slide8.xml" Id="Rd0318ab1be9d469e" /><Relationship Type="http://schemas.openxmlformats.org/officeDocument/2006/relationships/slide" Target="/ppt/slides/slide9.xml" Id="R0e35ee65ac564d58" /><Relationship Type="http://schemas.openxmlformats.org/officeDocument/2006/relationships/slide" Target="/ppt/slides/slide10.xml" Id="Rb4a0968176804d3d" /><Relationship Type="http://schemas.openxmlformats.org/officeDocument/2006/relationships/slide" Target="/ppt/slides/slide11.xml" Id="R601ccf2222fd419e" /><Relationship Type="http://schemas.openxmlformats.org/officeDocument/2006/relationships/slide" Target="/ppt/slides/slide12.xml" Id="R3d1f6b43f262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ef48d59e7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d2c1bb7d441cd" /><Relationship Type="http://schemas.openxmlformats.org/officeDocument/2006/relationships/notesMaster" Target="/ppt/notesMasters/notesMaster1.xml" Id="R07dd687a6985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0b471d772b4ce6" /><Relationship Type="http://schemas.openxmlformats.org/officeDocument/2006/relationships/notesMaster" Target="/ppt/notesMasters/notesMaster1.xml" Id="Rc007fca74eff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2ee059b79142a7" /><Relationship Type="http://schemas.openxmlformats.org/officeDocument/2006/relationships/notesMaster" Target="/ppt/notesMasters/notesMaster1.xml" Id="Re1281ebfd45c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e62398dbd841f9" /><Relationship Type="http://schemas.openxmlformats.org/officeDocument/2006/relationships/notesMaster" Target="/ppt/notesMasters/notesMaster1.xml" Id="Ra4e226202e20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03b0b2be8741ee" /><Relationship Type="http://schemas.openxmlformats.org/officeDocument/2006/relationships/notesMaster" Target="/ppt/notesMasters/notesMaster1.xml" Id="R62c8aa31228d49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723dd834f74c29" /><Relationship Type="http://schemas.openxmlformats.org/officeDocument/2006/relationships/notesMaster" Target="/ppt/notesMasters/notesMaster1.xml" Id="Rb54e0fc0f29846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adf712a284271" /><Relationship Type="http://schemas.openxmlformats.org/officeDocument/2006/relationships/notesMaster" Target="/ppt/notesMasters/notesMaster1.xml" Id="R7250dca6d0e44e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efca40cdab45af" /><Relationship Type="http://schemas.openxmlformats.org/officeDocument/2006/relationships/notesMaster" Target="/ppt/notesMasters/notesMaster1.xml" Id="R7ffd0009e80e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a3f011aae0444a" /><Relationship Type="http://schemas.openxmlformats.org/officeDocument/2006/relationships/notesMaster" Target="/ppt/notesMasters/notesMaster1.xml" Id="R1cfe6baa790542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48380606e04bff" /><Relationship Type="http://schemas.openxmlformats.org/officeDocument/2006/relationships/notesMaster" Target="/ppt/notesMasters/notesMaster1.xml" Id="R8e977ecb03024f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fb26d252b341f6" /><Relationship Type="http://schemas.openxmlformats.org/officeDocument/2006/relationships/notesMaster" Target="/ppt/notesMasters/notesMaster1.xml" Id="Rcd1fee78a3ea43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1d5fbaea314580" /><Relationship Type="http://schemas.openxmlformats.org/officeDocument/2006/relationships/notesMaster" Target="/ppt/notesMasters/notesMaster1.xml" Id="Rd3d930c0eacb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df8a0837248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d56e475584a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c4553222e4c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3fea8cdc14b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98dd216ed46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5d4be84bd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D2441A-80FA-4FD3-94CA-AF29A5729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947535-306D-4F83-BC5E-501999BB27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066DE8-4FD9-4258-8986-D77390948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EC53F-180E-467D-939A-F893F17F3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7C7CFB-F4CC-4543-9D07-24E67E927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0834BD-1E55-4538-B0CE-CB37F1D15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F4BDD9-16DF-4A80-BB25-84426F710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A850B6-7A94-41E7-A2BF-2B69F74D15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11470F-5290-491A-94E4-F08B091C4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EE683D-1691-4FA1-9BD7-BCAA4EB2B1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f34a283c44a95" /><Relationship Type="http://schemas.openxmlformats.org/officeDocument/2006/relationships/slideLayout" Target="/ppt/slideLayouts/slideLayout1.xml" Id="R98fd2b54662c4f7d" /><Relationship Type="http://schemas.openxmlformats.org/officeDocument/2006/relationships/slideLayout" Target="/ppt/slideLayouts/slideLayout2.xml" Id="R62202462323f4335" /><Relationship Type="http://schemas.openxmlformats.org/officeDocument/2006/relationships/slideLayout" Target="/ppt/slideLayouts/slideLayout3.xml" Id="R23a13eba8b1b48b3" /><Relationship Type="http://schemas.openxmlformats.org/officeDocument/2006/relationships/slideLayout" Target="/ppt/slideLayouts/slideLayout4.xml" Id="Ra0ab47a355cc4c70" /><Relationship Type="http://schemas.openxmlformats.org/officeDocument/2006/relationships/slideLayout" Target="/ppt/slideLayouts/slideLayout5.xml" Id="R107cefad0efe4443" /><Relationship Type="http://schemas.openxmlformats.org/officeDocument/2006/relationships/slideLayout" Target="/ppt/slideLayouts/slideLayout6.xml" Id="R6138f5e1b80745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d2b54662c4f7d"/>
    <p:sldLayoutId xmlns:r="http://schemas.openxmlformats.org/officeDocument/2006/relationships" id="2147483650" r:id="R62202462323f4335"/>
    <p:sldLayoutId xmlns:r="http://schemas.openxmlformats.org/officeDocument/2006/relationships" id="2147483651" r:id="R23a13eba8b1b48b3"/>
    <p:sldLayoutId xmlns:r="http://schemas.openxmlformats.org/officeDocument/2006/relationships" id="2147483652" r:id="Ra0ab47a355cc4c70"/>
    <p:sldLayoutId xmlns:r="http://schemas.openxmlformats.org/officeDocument/2006/relationships" id="2147483653" r:id="R107cefad0efe4443"/>
    <p:sldLayoutId xmlns:r="http://schemas.openxmlformats.org/officeDocument/2006/relationships" id="2147483654" r:id="R6138f5e1b80745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f21e134044ef4" /><Relationship Type="http://schemas.openxmlformats.org/officeDocument/2006/relationships/notesSlide" Target="/ppt/notesSlides/notesSlide1.xml" Id="Rf067c3f3d0f043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aa564aeb547ae" /><Relationship Type="http://schemas.openxmlformats.org/officeDocument/2006/relationships/notesSlide" Target="/ppt/notesSlides/notesSlide2.xml" Id="R9107dee9fa9144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288647d9e4ce5" /><Relationship Type="http://schemas.openxmlformats.org/officeDocument/2006/relationships/notesSlide" Target="/ppt/notesSlides/notesSlide3.xml" Id="R8db647777766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12059bc084c62" /><Relationship Type="http://schemas.openxmlformats.org/officeDocument/2006/relationships/notesSlide" Target="/ppt/notesSlides/notesSlide4.xml" Id="R81b1b5a8e087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05b4be674186" /><Relationship Type="http://schemas.openxmlformats.org/officeDocument/2006/relationships/notesSlide" Target="/ppt/notesSlides/notesSlide5.xml" Id="R5118d53cdf95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9c61d29d14340" /><Relationship Type="http://schemas.openxmlformats.org/officeDocument/2006/relationships/notesSlide" Target="/ppt/notesSlides/notesSlide6.xml" Id="R8379ee52c55243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c8baa3ab448e1" /><Relationship Type="http://schemas.openxmlformats.org/officeDocument/2006/relationships/notesSlide" Target="/ppt/notesSlides/notesSlide7.xml" Id="Rfb38765e7239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50901db92408d" /><Relationship Type="http://schemas.openxmlformats.org/officeDocument/2006/relationships/notesSlide" Target="/ppt/notesSlides/notesSlide8.xml" Id="R1a2d60cfbe7642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5f8ea64be4e27" /><Relationship Type="http://schemas.openxmlformats.org/officeDocument/2006/relationships/notesSlide" Target="/ppt/notesSlides/notesSlide9.xml" Id="R7c435e9c955f48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281cbecb6457b" /><Relationship Type="http://schemas.openxmlformats.org/officeDocument/2006/relationships/notesSlide" Target="/ppt/notesSlides/notesSlide10.xml" Id="Rcfa4d34c2f214b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a8ce8a9224e1c" /><Relationship Type="http://schemas.openxmlformats.org/officeDocument/2006/relationships/notesSlide" Target="/ppt/notesSlides/notesSlide11.xml" Id="R7b16378247db4c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c55250eb34e7d" /><Relationship Type="http://schemas.openxmlformats.org/officeDocument/2006/relationships/hyperlink" Target="https://ailabs.jp" TargetMode="External" Id="Rcabc0d3665f54e6b" /><Relationship Type="http://schemas.openxmlformats.org/officeDocument/2006/relationships/hyperlink" Target="https://github.com/arata-1972/ASUS_UGen" TargetMode="External" Id="R414df6a8f444447b" /><Relationship Type="http://schemas.openxmlformats.org/officeDocument/2006/relationships/hyperlink" Target="https://youtu.be/mQNoCTGN9Zw" TargetMode="External" Id="R856c2838230f4635" /><Relationship Type="http://schemas.openxmlformats.org/officeDocument/2006/relationships/hyperlink" Target="https://contest.bhuntr.com/en/39jg9vimiynrhlksze/home/" TargetMode="External" Id="Ra076b0ecc74c4c6e" /><Relationship Type="http://schemas.openxmlformats.org/officeDocument/2006/relationships/hyperlink" Target="https://github.com/Asus-UGen-Series/ugen-pretrained-model-reference" TargetMode="External" Id="R1032c6ef627c4dee" /><Relationship Type="http://schemas.openxmlformats.org/officeDocument/2006/relationships/hyperlink" Target="https://github.com/hailo-ai/hailo_model_zoo_genai" TargetMode="External" Id="R45d4839616df4b2d" /><Relationship Type="http://schemas.openxmlformats.org/officeDocument/2006/relationships/notesSlide" Target="/ppt/notesSlides/notesSlide12.xml" Id="Rd25dbeb4da3546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CC340-B8B6-4B5A-BFED-29D434F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9DAFF-678E-4FAA-BC31-91D4189D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台語語音任務卡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FB38-BA04-4E2B-B0FE-3F48957D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把台語工作交辦整理成可確認的任務卡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AF097-5BEC-47C6-A9AB-D1583FC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AI｜Battlefield Lightning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LLC｜日本・2025 年成立｜2 人團隊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 開發提案｜2026 年 10 月 14 日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目前為設計構想與功能模擬，尚未完成 UGen 硬體整合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0E02F-E386-454B-8DE3-1AD60D7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4996A-43B0-421B-A9C1-DE59E9A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5237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2A381-F801-4422-AE68-04B56F9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8EA97-2BFD-4AC2-9FC3-1F5588F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口頭交辦可能不完整，先整理再確認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9E986-FE68-4562-BDD0-5B245037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把模糊的台語工作指示，整理成使用者可核對的任務卡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179E-33DC-4C98-8794-2178E15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應用情境：現場整理、物料準備與日常工作交辦。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口頭指示可能沒有說明負責人、時間或具體對象。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將原文與工作欄位一起顯示，讓使用者補充與確認。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未指定的負責人保持「待確認」，模型不擅自決定。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預期成果：減少重新輸入，留下經本人確認的工作紀錄。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89AA7-FFC1-4351-B327-6719F64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67B8-71A1-4F04-B711-30CBA04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9344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B6015-551B-4921-801E-1103D44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F4AFB-9D79-4913-92AD-3C6A40AE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使用者逐步確認任務內容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C6BEC-ECCD-4E34-AA7D-AA25D7CC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錄音 → 轉寫 → 整理 → 修改 → 確認儲存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3BEBD-1E27-4C21-B0FC-A7043400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使用者以台語說出工作內容。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現場電腦呼叫 Taigi API，取得轉寫及必要的翻譯文字。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電腦控制連接的 UGen300，用小型語言模型整理工作欄位。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使用者核對原文、修改欄位並補上缺少的資訊。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確認後儲存；可選擇呼叫外部台語 TTS 回讀。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E7318-7050-4176-B7EB-21B92B2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87F3A-B458-455C-B809-E92AECEB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191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B4301-DAD1-460E-A802-03D8A91B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7B4CE-66B9-4B57-86CB-F72E50F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現場電腦控制 API 串接與 UGen 推論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932DD-E55F-4C97-96E1-5A5FA848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規劃架構：語音處理使用外部 API，工作整理在連接的 UGen 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D2CBF-5F0B-4524-88A1-91F45A55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52319-BAEF-41A7-BA55-B1BCC898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9862-A326-4189-AE7C-E0803A64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錄音並呼叫 Taigi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618D0-FF06-42AF-ACA1-028A1BAD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5B9BC-B82E-42F6-8E63-D9768B49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53DE7-8BC6-4908-99F3-67441944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外部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0F54B-BA02-4FAB-9C33-064F820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判定語言、轉寫／翻譯，回傳文字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B8248-20B4-4D69-AB84-EC114483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8612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5314-7B39-4204-BEAB-F4386A0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FBD71-FFEB-4C96-BB45-094629A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F5F2C-255B-451F-A948-973C93F0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接收文字，啟動 UGen 推論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206F7-4B24-424E-895D-1590AEEB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8A0AF-2FFF-443A-BB2D-F5EDF05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E4E61-B231-4523-8E0B-A610C49E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UGen300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6189C-CA98-48BE-9396-7BB3CCE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小型語言模型整理工作卡草稿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3D1F1-D87C-4058-822A-7D7313A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2437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A349B-23D1-46F6-BD16-75C7F4C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7AF68-000E-44F2-BF0C-B9B27365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電腦／使用者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909F4-B3A2-4F49-B3D2-351A2697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格式驗證 → 修正 → 確認後儲存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2B887-6185-4F12-80D0-3D287D9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C5FEE-80C2-49F0-8BC4-708635E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332DC-3BFC-4E63-8C75-0D12CE7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選用：Taigi TTS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DF2CA-7EE6-41CE-9F69-09BC9B6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電腦呼叫 API，取得台語語音回饋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37E81-C440-440F-A61F-95235B8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3B49E-7356-4A08-9169-377A5F4A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9438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836C9-2167-4C61-8147-CEEB6D2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52B10-6C53-4DDC-B5D5-5619EFA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任務卡範例：缺少負責人就請使用者補上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0C406-023F-4ADE-B90F-F66BA93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模擬華語轉寫：明天下午三點前，把倉庫的包裝材料整理好。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98F50-C12C-431B-AF10-12B0D46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工作：整理包裝材料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對象：倉庫的包裝材料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時間原文：明天下午三點前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負責人：待確認 → 使用者填入「現場負責人」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保留原文；經使用者確認後才儲存。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此為合成情境與模擬輸出，非實測辨識或 UGen 推論結果。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07A42-EFDA-4D74-B759-0991DC9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5A47C-AA55-482C-89EF-9754822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1106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C5A5E-EE34-4EF1-8610-8C6271B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EB293-A4D4-4DD9-93B6-A6813DEB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工作整理在現場 UGen 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ABF8E-ED9F-4BA7-BCE2-2FBF6576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減少工作整理對雲端語言模型的依賴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F79B5-47B3-4812-B327-642D5B35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現場電腦取得 Taigi API 回傳的轉寫／翻譯文字。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電腦端推論控制程式，把文字送入連接的 UGen300。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上的小型語言模型推論產生工作欄位草稿。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電腦檢查格式並呈現結果，使用者確認後才儲存。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模型與執行環境尚未選定，將依官方支援清單測試。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音訊處理仍需外部 API 與網路，不是完全離線應用。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2DEDD-5BE5-4BFE-9973-98E30AC7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C4589-16E8-4A42-9DF8-697364B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2721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2D3D5-786D-4459-B915-A575762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C122B-249A-4505-9AC3-A62AC8B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既有技術與本次新作品分開記載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10C89-7246-45A5-9E06-AD801C5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背景技術歸屬：Taigi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85703-555F-4CF5-8731-C15F11A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既有外部服務：Taigi 台語語言判定 LID、語音辨識 STT、翻譯、語音合成 TTS API。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本次新作品：任務卡應用邏輯、UGen 推論介面、確認畫面、串接文件及展示素材。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公開文件／程式碼範圍：新應用與 API 用戶端；不含 API 金鑰。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既有模型、權重、訓練資料與伺服器端原始碼不放入提交儲存庫。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依賽務小組 2026/10/12 回覆，既有外部 API、模型、權重及伺服器端原始碼不在得獎作品授權範圍。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919BA-A3E9-4244-9CE9-1B57D94B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F8C0-9D3B-404F-93CF-8B31464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7765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F98FE-3680-4D16-80FB-EFAD5A4C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F4D34-E1F1-40B8-8EC5-3731798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確認流程與失敗處理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4F2A-A198-471B-A72F-3C5E1F5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任務卡不自動變成外部指令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290B1-7C27-4A60-BD97-8F98E5BD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保留原文，讓使用者核對轉寫與整理結果。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未提供期限或負責人時，顯示待確認資訊。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格式不符時拒絕儲存，轉為手動修正。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API 失敗或網路中斷時，顯示狀態並允許重新操作。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音訊／必要文字送至外部 API；任務卡由主機保存。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競賽展示使用合成內容，不使用客戶資料。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2F367-588C-4F59-AEA5-4928CE9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1E774-101D-4046-89AD-8BAD8BDC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0511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A561A-BBE2-4459-937C-DA1AE08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3D499-C4BE-4C90-8707-8AEA478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II：驗證 UGen 能否完成工作整理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82D64-A804-493E-AF3F-C32E534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先驗證實機執行與任務品質，再評估速度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BF8DC-CBDD-46EC-A72C-C3AA8D0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11/6 起：確認現場電腦、UGen300、官方執行環境及模型。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完成實際推論、格式檢查、確認畫面與失敗時重新輸入。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用 30 筆合成需求及人工標註任務卡，檢查欄位正確性與誤補資訊。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記錄 UGen 執行可否、推論與 API 耗時、記憶體用量及修正次數。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若模型、設定與輸入可對齊，另做 CPU 同等條件比較。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目前尚無實測結果；UGen 是否較快將以測試判定。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0BE78-3EF1-458F-AF70-7B70A83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23969-2930-4383-9904-1556E36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5003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075C4-97D9-48BF-AA08-CFC7A88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BA787-04EE-48D8-9DBB-0D69CBEE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導入假設與預期成果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98CFC-3BD0-4D04-90B3-82F5ABE7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以使用者確認後的工作卡，驗證職場使用價值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42B56-C77F-4114-B47B-9699A75A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目標使用者：以台語口頭交辦工作的小型現場團隊。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導入方式：先試作工作交辦流程，再確認使用頻率與修正負擔。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預期成果：可回看原文、可補充資訊、可確認保存的工作卡。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商業假設：任務卡應用搭配既有語音 API，依試作結果評估服務方式。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目前未主張客戶採用率、營收、定價或節省時間的實測成果。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51AC4-D042-48A0-9AA9-29C1252D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42509-E848-4912-8C5B-3104248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750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951B4-D407-4B1E-9B88-E3F1CBB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5662E-F59E-4037-A5AA-12ECD35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未來：企業內部集中處理，多個電腦或平板共同使用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52C21-FEB9-495E-9337-C7A4DF70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結合開發中的台語語音 AI，擴展為企業內部服務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D407B-2917-46C5-898A-646D410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我們正在開發可部署於企業內部的台語語音辨識、翻譯與語音合成。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未來可結合 UGen 的工作整理功能，讓多個電腦或平板共同使用。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9DCE3-A192-4585-BC33-42BEA62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0F93-1437-4258-ACC7-AC2F68B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多個電腦／平板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說工作、查看工作卡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481B-C462-473E-8424-C5F83704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CAA4A-CF1C-47A2-996C-2B0E78A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C037E-DA5F-464E-B942-06FB42E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企業內部電腦／伺服器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語音 AI ＋ 連接的 UGen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8AC8D-E0E5-4B3B-AEAF-FB13C2C7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30E1-0831-43CB-879D-4312DBF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68254-D9F0-4C4D-B810-4AE903A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使用者核對與修正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確認後儲存工作卡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41149-62CF-40AD-9686-701E1DF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目前提出架構：外部語音 API ＋ UGen。此頁為後續開發方向。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模型支援、實際效能與企業內部網路運作仍待驗證。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0C197-CF1A-4B94-A772-85214EA9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E535A-5504-464A-9100-CB3DC6C0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9575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17222-BA0A-4FA3-9E39-691F81CD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C1DB0-F251-4B1F-A2DF-8E07E2CF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作品文件與參考資料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B9FC4-D895-4979-BA16-613DBE8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</a:t>
            </a: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bc0d3665f54e6b"/>
              </a:rPr>
              <a:t>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795E4-F261-4ACC-AE05-1FB2414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作品程式碼與文件（Public GitHub）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14df6a8f444447b"/>
              </a:rPr>
              <a:t>https://github.com/arata-1972/ASUS_UGen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功能模擬影片（YouTube 不公開列出）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56c2838230f4635"/>
              </a:rPr>
              <a:t>https://youtu.be/mQNoCTGN9Zw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競賽辦法與 Stage I 提交要求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076b0ecc74c4c6e"/>
              </a:rPr>
              <a:t>https://contest.bhuntr.com/en/39jg9vimiynrhlksze/home/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技術參考（UGen／Hailo 官方文件）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032c6ef627c4dee"/>
              </a:rPr>
              <a:t>https://github.com/Asus-UGen-Series/ugen-pretrained-model-reference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5d4839616df4b2d"/>
              </a:rPr>
              <a:t>https://github.com/hailo-ai/hailo_model_zoo_genai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B7654-7CD6-4B51-9BB5-F9873A3D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34F0D-05B1-4A2A-A964-86A39447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8821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2026-10-12T08:50:27.4880000Z</dcterms:created>
  <dcterms:modified xsi:type="dcterms:W3CDTF">2026-10-12T08:50:27.4880000Z</dcterms:modified>
</coreProperties>
</file>