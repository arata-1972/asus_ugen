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4f7603ea5f4ca9" /><Relationship Type="http://schemas.openxmlformats.org/officeDocument/2006/relationships/extended-properties" Target="/docProps/app.xml" Id="R3c433b4bfaab4a8f" /><Relationship Type="http://schemas.openxmlformats.org/officeDocument/2006/relationships/officeDocument" Target="/ppt/presentation.xml" Id="R545eadbc78cf4d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c1027969a144cc"/>
  </p:sldMasterIdLst>
  <p:notesMasterIdLst>
    <p:notesMasterId xmlns:r="http://schemas.openxmlformats.org/officeDocument/2006/relationships" r:id="Rf76cf7465c15420f"/>
  </p:notesMasterIdLst>
  <p:sldIdLst>
    <p:sldId xmlns:r="http://schemas.openxmlformats.org/officeDocument/2006/relationships" id="256" r:id="Red5b7fa1c5ef4b32"/>
    <p:sldId xmlns:r="http://schemas.openxmlformats.org/officeDocument/2006/relationships" id="257" r:id="Raa359305c449470e"/>
    <p:sldId xmlns:r="http://schemas.openxmlformats.org/officeDocument/2006/relationships" id="258" r:id="Re20bcc43fa24434a"/>
    <p:sldId xmlns:r="http://schemas.openxmlformats.org/officeDocument/2006/relationships" id="259" r:id="R2af440ed49d443bd"/>
    <p:sldId xmlns:r="http://schemas.openxmlformats.org/officeDocument/2006/relationships" id="260" r:id="R53ffecaa944146ee"/>
    <p:sldId xmlns:r="http://schemas.openxmlformats.org/officeDocument/2006/relationships" id="261" r:id="R2fc41daac60b4902"/>
    <p:sldId xmlns:r="http://schemas.openxmlformats.org/officeDocument/2006/relationships" id="262" r:id="R23a4f2471bd740b8"/>
    <p:sldId xmlns:r="http://schemas.openxmlformats.org/officeDocument/2006/relationships" id="263" r:id="R52875f32c2824335"/>
    <p:sldId xmlns:r="http://schemas.openxmlformats.org/officeDocument/2006/relationships" id="264" r:id="R2d56d6a0c5e2407c"/>
    <p:sldId xmlns:r="http://schemas.openxmlformats.org/officeDocument/2006/relationships" id="265" r:id="R81225a7fca0f4365"/>
    <p:sldId xmlns:r="http://schemas.openxmlformats.org/officeDocument/2006/relationships" id="266" r:id="R9e034858f11145e9"/>
    <p:sldId xmlns:r="http://schemas.openxmlformats.org/officeDocument/2006/relationships" id="267" r:id="R5ccbdf79a4194c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9dbf845e1c4e88" /><Relationship Type="http://schemas.openxmlformats.org/officeDocument/2006/relationships/slideMaster" Target="/ppt/slideMasters/slideMaster1.xml" Id="Rd0c1027969a144cc" /><Relationship Type="http://schemas.openxmlformats.org/officeDocument/2006/relationships/notesMaster" Target="/ppt/notesMasters/notesMaster1.xml" Id="Rf76cf7465c15420f" /><Relationship Type="http://schemas.openxmlformats.org/officeDocument/2006/relationships/presProps" Target="/ppt/presProps.xml" Id="Rbdd4c35c77ab4bad" /><Relationship Type="http://schemas.openxmlformats.org/officeDocument/2006/relationships/tableStyles" Target="/ppt/tableStyles.xml" Id="R038f0991ecd348e4" /><Relationship Type="http://schemas.openxmlformats.org/officeDocument/2006/relationships/slide" Target="/ppt/slides/slide1.xml" Id="Red5b7fa1c5ef4b32" /><Relationship Type="http://schemas.openxmlformats.org/officeDocument/2006/relationships/slide" Target="/ppt/slides/slide2.xml" Id="Raa359305c449470e" /><Relationship Type="http://schemas.openxmlformats.org/officeDocument/2006/relationships/slide" Target="/ppt/slides/slide3.xml" Id="Re20bcc43fa24434a" /><Relationship Type="http://schemas.openxmlformats.org/officeDocument/2006/relationships/slide" Target="/ppt/slides/slide4.xml" Id="R2af440ed49d443bd" /><Relationship Type="http://schemas.openxmlformats.org/officeDocument/2006/relationships/slide" Target="/ppt/slides/slide5.xml" Id="R53ffecaa944146ee" /><Relationship Type="http://schemas.openxmlformats.org/officeDocument/2006/relationships/slide" Target="/ppt/slides/slide6.xml" Id="R2fc41daac60b4902" /><Relationship Type="http://schemas.openxmlformats.org/officeDocument/2006/relationships/slide" Target="/ppt/slides/slide7.xml" Id="R23a4f2471bd740b8" /><Relationship Type="http://schemas.openxmlformats.org/officeDocument/2006/relationships/slide" Target="/ppt/slides/slide8.xml" Id="R52875f32c2824335" /><Relationship Type="http://schemas.openxmlformats.org/officeDocument/2006/relationships/slide" Target="/ppt/slides/slide9.xml" Id="R2d56d6a0c5e2407c" /><Relationship Type="http://schemas.openxmlformats.org/officeDocument/2006/relationships/slide" Target="/ppt/slides/slide10.xml" Id="R81225a7fca0f4365" /><Relationship Type="http://schemas.openxmlformats.org/officeDocument/2006/relationships/slide" Target="/ppt/slides/slide11.xml" Id="R9e034858f11145e9" /><Relationship Type="http://schemas.openxmlformats.org/officeDocument/2006/relationships/slide" Target="/ppt/slides/slide12.xml" Id="R5ccbdf79a4194c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754e8a864743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2203009c664755" /><Relationship Type="http://schemas.openxmlformats.org/officeDocument/2006/relationships/notesMaster" Target="/ppt/notesMasters/notesMaster1.xml" Id="R83a60c81152945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6169b77e554574" /><Relationship Type="http://schemas.openxmlformats.org/officeDocument/2006/relationships/notesMaster" Target="/ppt/notesMasters/notesMaster1.xml" Id="R87adcca3f9404c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e5d660e90a4300" /><Relationship Type="http://schemas.openxmlformats.org/officeDocument/2006/relationships/notesMaster" Target="/ppt/notesMasters/notesMaster1.xml" Id="R18f8902612b143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cea5485a9841f3" /><Relationship Type="http://schemas.openxmlformats.org/officeDocument/2006/relationships/notesMaster" Target="/ppt/notesMasters/notesMaster1.xml" Id="R7916cbe13b1b45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7a06234d494eb7" /><Relationship Type="http://schemas.openxmlformats.org/officeDocument/2006/relationships/notesMaster" Target="/ppt/notesMasters/notesMaster1.xml" Id="Rb11d8c1138b44b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964d4dede84874" /><Relationship Type="http://schemas.openxmlformats.org/officeDocument/2006/relationships/notesMaster" Target="/ppt/notesMasters/notesMaster1.xml" Id="R136dd14c0e6940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8f2448e34240c9" /><Relationship Type="http://schemas.openxmlformats.org/officeDocument/2006/relationships/notesMaster" Target="/ppt/notesMasters/notesMaster1.xml" Id="Rba2bf9276f0643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e2f8ea1138485f" /><Relationship Type="http://schemas.openxmlformats.org/officeDocument/2006/relationships/notesMaster" Target="/ppt/notesMasters/notesMaster1.xml" Id="R8f7ef016c07548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6e8646234342fd" /><Relationship Type="http://schemas.openxmlformats.org/officeDocument/2006/relationships/notesMaster" Target="/ppt/notesMasters/notesMaster1.xml" Id="R62b4a2ea31f840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4f6ac927a647a3" /><Relationship Type="http://schemas.openxmlformats.org/officeDocument/2006/relationships/notesMaster" Target="/ppt/notesMasters/notesMaster1.xml" Id="R011d56daa63443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843b093a2f4e69" /><Relationship Type="http://schemas.openxmlformats.org/officeDocument/2006/relationships/notesMaster" Target="/ppt/notesMasters/notesMaster1.xml" Id="R9c5a0d658d2244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787088d4ef4a85" /><Relationship Type="http://schemas.openxmlformats.org/officeDocument/2006/relationships/notesMaster" Target="/ppt/notesMasters/notesMaster1.xml" Id="Rdb2c29013e4c49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430275062a4c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922f60f72345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e237667e0a48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8b3eb13d5345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86955c831c46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5bf74482a45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432580-B8A1-463B-A899-6F990EEC6F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9E12FB3-94AD-47BB-9AAD-8D8248ADC8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074580A-714F-4AEE-86A0-0F5A287B85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443744-3395-4EEF-B743-A40CBE75C9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076969-F311-4FFC-897C-788ED63D9C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BFEB42-447A-4189-8095-2118249FAC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9C6C6D-F14E-46C0-9D51-0D67885D3B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344267F-FF35-43EB-AD19-EC0AA0F805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5B6C33-5971-47F5-B5B6-5EA2385D63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9AEB77-AF40-464E-B17A-9D4F035ED3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a52574552d441d" /><Relationship Type="http://schemas.openxmlformats.org/officeDocument/2006/relationships/slideLayout" Target="/ppt/slideLayouts/slideLayout1.xml" Id="R6e2e250a9cc04f94" /><Relationship Type="http://schemas.openxmlformats.org/officeDocument/2006/relationships/slideLayout" Target="/ppt/slideLayouts/slideLayout2.xml" Id="R33f97d18f0e34eeb" /><Relationship Type="http://schemas.openxmlformats.org/officeDocument/2006/relationships/slideLayout" Target="/ppt/slideLayouts/slideLayout3.xml" Id="R73d86f93b3b84ec1" /><Relationship Type="http://schemas.openxmlformats.org/officeDocument/2006/relationships/slideLayout" Target="/ppt/slideLayouts/slideLayout4.xml" Id="R805469db2b2344f8" /><Relationship Type="http://schemas.openxmlformats.org/officeDocument/2006/relationships/slideLayout" Target="/ppt/slideLayouts/slideLayout5.xml" Id="Rab2d479278c14ae3" /><Relationship Type="http://schemas.openxmlformats.org/officeDocument/2006/relationships/slideLayout" Target="/ppt/slideLayouts/slideLayout6.xml" Id="Rdcf5f589c3344b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2e250a9cc04f94"/>
    <p:sldLayoutId xmlns:r="http://schemas.openxmlformats.org/officeDocument/2006/relationships" id="2147483650" r:id="R33f97d18f0e34eeb"/>
    <p:sldLayoutId xmlns:r="http://schemas.openxmlformats.org/officeDocument/2006/relationships" id="2147483651" r:id="R73d86f93b3b84ec1"/>
    <p:sldLayoutId xmlns:r="http://schemas.openxmlformats.org/officeDocument/2006/relationships" id="2147483652" r:id="R805469db2b2344f8"/>
    <p:sldLayoutId xmlns:r="http://schemas.openxmlformats.org/officeDocument/2006/relationships" id="2147483653" r:id="Rab2d479278c14ae3"/>
    <p:sldLayoutId xmlns:r="http://schemas.openxmlformats.org/officeDocument/2006/relationships" id="2147483654" r:id="Rdcf5f589c3344b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4153b53f944366" /><Relationship Type="http://schemas.openxmlformats.org/officeDocument/2006/relationships/notesSlide" Target="/ppt/notesSlides/notesSlide1.xml" Id="R992eef6de39d40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51e6c3d8754cf7" /><Relationship Type="http://schemas.openxmlformats.org/officeDocument/2006/relationships/notesSlide" Target="/ppt/notesSlides/notesSlide2.xml" Id="Rc9abb2d9a69e4d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dc89ee4cf64d17" /><Relationship Type="http://schemas.openxmlformats.org/officeDocument/2006/relationships/notesSlide" Target="/ppt/notesSlides/notesSlide3.xml" Id="R469cde65798843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d34abbcec14b85" /><Relationship Type="http://schemas.openxmlformats.org/officeDocument/2006/relationships/notesSlide" Target="/ppt/notesSlides/notesSlide4.xml" Id="Ra5c52d1b760243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4d1e860f8c4905" /><Relationship Type="http://schemas.openxmlformats.org/officeDocument/2006/relationships/notesSlide" Target="/ppt/notesSlides/notesSlide5.xml" Id="Rff9e88543f7d4a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1768400f28431a" /><Relationship Type="http://schemas.openxmlformats.org/officeDocument/2006/relationships/notesSlide" Target="/ppt/notesSlides/notesSlide6.xml" Id="R3ff06279a62c48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dfe073746e4f42" /><Relationship Type="http://schemas.openxmlformats.org/officeDocument/2006/relationships/notesSlide" Target="/ppt/notesSlides/notesSlide7.xml" Id="R584d9c38510745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9c72673cc04273" /><Relationship Type="http://schemas.openxmlformats.org/officeDocument/2006/relationships/notesSlide" Target="/ppt/notesSlides/notesSlide8.xml" Id="R43b356d6cf724a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cb29feaea34f91" /><Relationship Type="http://schemas.openxmlformats.org/officeDocument/2006/relationships/notesSlide" Target="/ppt/notesSlides/notesSlide9.xml" Id="R8bc08cf624df40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7d9aa05bcd4761" /><Relationship Type="http://schemas.openxmlformats.org/officeDocument/2006/relationships/notesSlide" Target="/ppt/notesSlides/notesSlide10.xml" Id="R93624481eecc44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197aa599c64aa3" /><Relationship Type="http://schemas.openxmlformats.org/officeDocument/2006/relationships/notesSlide" Target="/ppt/notesSlides/notesSlide11.xml" Id="Rb42ea0b4867146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6f115457d4c6f" /><Relationship Type="http://schemas.openxmlformats.org/officeDocument/2006/relationships/notesSlide" Target="/ppt/notesSlides/notesSlide12.xml" Id="R0f35d9c16d1c4c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DE72F-7689-45F7-9477-D761F58D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60465-C6A7-4F28-82F9-FA1FA28E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台語語音任務卡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FE682-A6E2-4030-92EA-3D83AD51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把台語工作交辦整理成可確認的任務卡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F9D9F-5B2A-45D3-BE65-D2B6532B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ASUS UGen AI League 2026｜Workplace AI｜Battlefield Lightning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Taigi AI Labs LLC｜日本・2025 年成立｜2 人團隊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Stage I 開發提案｜2026 年 10 月 14 日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目前為設計構想與功能模擬，尚未完成 UGen 硬體整合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C570F-FAB7-4875-8184-F8BD23A0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E5606-55EB-4DBF-9BD0-79914359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674111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CE426-488B-43D3-981B-982F8E9D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99AEA-AB5C-4AB1-8696-E0BE80FD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口頭交辦可能不完整，先整理再確認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4A85D-9B5E-4075-A579-247A09A1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把模糊的台語工作指示，整理成使用者可核對的任務卡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573EF-D85D-440E-B0BC-61F84103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應用情境：現場整理、物料準備與日常工作交辦。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口頭指示可能沒有說明負責人、時間或具體對象。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將原文與工作欄位一起顯示，讓使用者補充與確認。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未指定的負責人保持「待確認」，模型不擅自決定。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預期成果：減少重新輸入，留下經本人確認的工作紀錄。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9FEE0-37C6-40C3-9B73-DEF8CBBA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14143-6461-49E4-977A-839854C6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648077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AE6EC-FC89-4FF0-B651-79A70B32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78FC7-955A-48DF-8706-3E0F021D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使用者逐步確認任務內容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7C346-F85E-4215-A445-D29E05B9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錄音 → 轉寫 → 整理 → 修改 → 確認儲存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29BFD-AFA1-4B4F-85C0-669A0041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1　使用者以台語說出工作內容。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2　現場電腦呼叫 Taigi API，取得轉寫及必要的翻譯文字。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3　電腦控制連接的 UGen300，用小型語言模型整理工作欄位。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4　使用者核對原文、修改欄位並補上缺少的資訊。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5　確認後儲存；可選擇呼叫外部台語 TTS 回讀。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56A2E-285F-4CEF-8E34-C1253337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DFC88-C2ED-40B9-B2F8-8DE87938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441670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67352A-9DD0-4229-A8BD-A583078C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9222A-8A67-4E14-9675-43D0BDA8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現場電腦控制 API 串接與 UGen 推論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BE085-7D03-4ED5-BE9C-09BC2771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規劃架構：語音處理使用外部 API，工作整理在連接的 UGen 執行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D46E4-97EC-4AA8-B79C-BCA51A20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1EAC2-0D22-4373-A263-FA980355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現場電腦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0A0A9-010E-48BC-962A-159EFE69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38375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錄音並呼叫 Taigi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8BCD6-3F88-4F83-A8A2-1DA044C5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67000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609A0-F642-4248-B08F-FBE56743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204A1-47BE-411B-989D-DD820983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Taigi 外部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7B3A7-3AC2-4EF3-BBC8-7F7CAEA0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判定語言、轉寫／翻譯，回傳文字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68F67-5386-4782-8861-48BF5DAC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86125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365A5-F062-4D49-8D4C-EB05F573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821A0-D763-4E25-9997-25865CD7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現場電腦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D39945-49A0-42D2-BCBD-589E6193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接收文字，啟動 UGen 推論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6477E-27FC-4416-B6CA-12D801BB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05250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DF82C8-0DBE-4E0F-B447-802BC41F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AA600-FAC6-4A93-A8E5-9BC221D6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UGen300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C16B64-8CE5-44A8-87DB-9B5C8435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95750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小型語言模型整理工作卡草稿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FDBB9C-592B-4716-9FBD-5D360E0A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24375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681BB-B718-4AA5-A211-156E17FB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F26185-6275-4399-866B-41A57FBD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電腦／使用者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B4CE26-8AEB-452F-8719-A125BE0C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14875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格式驗證 → 修正 → 確認後儲存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BC5948-AB95-4432-A895-A987925E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43500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EF90B1-C8CE-4641-8ADB-87A50478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99918F-E5A8-4DA4-B280-E4E50E09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選用：Taigi TTS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5A5BB6-AD25-4728-AFB2-8A2E9FED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34000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電腦呼叫 API，取得台語語音回饋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A69DCD-1D0C-407D-86D2-FF55E5F7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6B1DF1-82D7-4257-85AB-309797CA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31717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9C6E3-FA8B-4C6D-BDE6-E8AEF233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A3F12-B0A1-4741-9D6F-E7C06505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任務卡範例：缺少負責人就請使用者補上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D9C09-E793-4DEC-B41F-D79B19E0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模擬華語轉寫：明天下午三點前，把倉庫的包裝材料整理好。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621F5-3444-4645-AE7F-F22AEC2E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工作：整理包裝材料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對象：倉庫的包裝材料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時間原文：明天下午三點前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負責人：待確認 → 使用者填入「現場負責人」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保留原文；經使用者確認後才儲存。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此為合成情境與模擬輸出，非實測辨識或 UGen 推論結果。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894C0-473A-40FE-94BE-65EC67D3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BD41F-E512-4992-8B59-9E13AED6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989706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180AB-CF71-4123-8F23-93941407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3B6A2-4D82-4567-8D77-9D24722F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工作整理在現場 UGen 執行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F8119-8E24-45F6-A2BD-976D6DDA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減少工作整理對雲端語言模型的依賴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3FB9D-3627-4C5E-BCEC-774AE19B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現場電腦取得 Taigi API 回傳的轉寫／翻譯文字。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電腦端推論控制程式，把文字送入連接的 UGen300。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UGen 上的小型語言模型推論產生工作欄位草稿。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電腦檢查格式並呈現結果，使用者確認後才儲存。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模型與執行環境尚未選定，將依官方支援清單測試。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音訊處理仍需外部 API 與網路，不是完全離線應用。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481A9-B09F-4280-AEF3-3243824D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78A7B-4495-4B24-AB41-C22C105C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142436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D77D0-EE46-457E-A5C3-D6C54D8D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6D42D-8A8D-43D1-B16F-173D3C2C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既有技術與本次新作品分開記載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A2CE3-2B4A-4C76-BCC5-50205261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背景技術歸屬：Taigi AI Labs LLC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F6DE1-DECD-48D2-BF71-6E3A8094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既有外部服務：Taigi 台語語言判定 LID、語音辨識 STT、翻譯、語音合成 TTS API。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本次新作品：任務卡應用邏輯、UGen 推論介面、確認畫面、串接文件及展示素材。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公開文件／程式碼範圍：新應用與 API 用戶端；不含 API 金鑰。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既有模型、權重、訓練資料與伺服器端原始碼不放入提交儲存庫。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依賽務小組 2026/10/12 回覆，既有外部 API、模型、權重及伺服器端原始碼不在得獎作品授權範圍。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F0A16-2D69-4299-8A85-E78EEAA0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8BBF1-E9D6-4032-B209-3DD1DCEF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02786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901F0-2B25-4E99-B881-8CFFDA01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538E7-B3EE-40A0-A928-D4F30FF4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確認流程與失敗處理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3FDEA-B6F0-40C3-8A28-77358988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任務卡不自動變成外部指令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2CE20-897B-42F3-9946-43D182FA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保留原文，讓使用者核對轉寫與整理結果。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未提供期限或負責人時，顯示待確認資訊。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格式不符時拒絕儲存，轉為手動修正。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API 失敗或網路中斷時，顯示狀態並允許重新操作。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音訊／必要文字送至外部 API；任務卡由主機保存。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競賽展示使用合成內容，不使用客戶資料。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06538-530D-41CD-8AB8-7F272023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76E90-DF92-43FB-9E7A-319CD382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160722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E7956-CF0B-4E4B-BCF6-F4F97A33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616FD-58AF-4B32-8DD9-1A88C5A9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Stage II：驗證 UGen 能否完成工作整理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EBBD2-F616-4DF6-938E-4C8A9DC8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先驗證實機執行與任務品質，再評估速度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FDCC5-3A48-461A-B2FC-2343C6DD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11/6 起：確認現場電腦、UGen300、官方執行環境及模型。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完成實際推論、格式檢查、確認畫面與失敗時重新輸入。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用 30 筆合成需求及人工標註任務卡，檢查欄位正確性與誤補資訊。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記錄 UGen 執行可否、推論與 API 耗時、記憶體用量及修正次數。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若模型、設定與輸入可對齊，另做 CPU 同等條件比較。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目前尚無實測結果；UGen 是否較快將以測試判定。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0EDE9-0C61-408D-8B70-ED0ABC99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D2730-FD89-4255-B200-3E6AC222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318361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EBB29-C628-4067-9FA6-CEE1D16E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2FD52-337F-4994-B2FD-B7952986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導入假設與預期成果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BB90E-47B8-44F9-B941-DC5AB5E5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以使用者確認後的工作卡，驗證職場使用價值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7C9A3-9ECF-4E63-B0A1-EDE126EB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目標使用者：以台語口頭交辦工作的小型現場團隊。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導入方式：先試作工作交辦流程，再確認使用頻率與修正負擔。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預期成果：可回看原文、可補充資訊、可確認保存的工作卡。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商業假設：任務卡應用搭配既有語音 API，依試作結果評估服務方式。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目前未主張客戶採用率、營收、定價或節省時間的實測成果。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78E6F-2DFD-409B-AB89-2A857DB1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0DAE9-D005-4D26-8ABF-7EA18C58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880589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49DAD-A2AE-4613-9D70-6BB3A957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454D5-E584-407F-8176-9AFF3CEE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未來：企業內部集中處理，多個電腦或平板共同使用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3163E-4C6F-447D-B145-CC7FC751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結合開發中的台語語音 AI，擴展為企業內部服務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6EBD8-9FEE-4FAB-A608-022932D5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我們正在開發可部署於企業內部的台語語音辨識、翻譯與語音合成。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未來可結合 UGen 的工作整理功能，讓多個電腦或平板共同使用。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620AA-BB97-4425-A175-4948D4BE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759A1-F6FB-4D34-A8F0-F37A6F27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多個電腦／平板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說工作、查看工作卡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B0929-E110-47AE-8173-D3F2FC77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105275"/>
            <a:ext cx="3619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D4EE9-60A0-4921-95C6-24FF8F69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67125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36974-4FD5-4099-BB56-DC958B12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19525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企業內部電腦／伺服器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Taigi 語音 AI ＋ 連接的 UGen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0A61A-67EB-49BC-A250-A0D6BACC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105275"/>
            <a:ext cx="3619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6FB44-705E-4E8A-BA31-339F88D2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67125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3C352-D8A1-4583-9F95-D0CC1BDF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9525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使用者核對與修正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確認後儲存工作卡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4D808-7124-4FB3-8ED3-4F897595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5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目前提出架構：外部語音 API ＋ UGen。此頁為後續開發方向。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模型支援、實際效能與企業內部網路運作仍待驗證。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05D6D-0B45-4764-91C1-18E24E10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949B55-AF2C-4A80-9705-4C41784C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734143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189A7-9BCF-4B85-BC70-B1A6E372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CF8A8-4E50-495B-B82A-A213C9D5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參考資料與作品文件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CC363-6CB3-46F7-BD27-7A7C96A2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Taigi AI Labs LLC｜info@ailabs.jp｜https://ailabs.jp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AD3A3-594B-4DC8-A06F-1C3FF82E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競賽辦法與 Stage I 提交要求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https://contest.bhuntr.com/en/39jg9vimiynrhlksze/home/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UGen 官方模型參考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https://github.com/Asus-UGen-Series/ugen-pretrained-model-reference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Hailo 官方生成式模型文件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https://github.com/hailo-ai/hailo_model_zoo_genai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作品文件：本資料所附架構圖、功能模擬影片與新應用 README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Public GitHub 文件連結：公開後加入提交表單與本頁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5384F-E529-4E45-88AC-F2615CDB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80140-501E-4F2F-8923-AB6BB0AA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195092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2026-10-12T07:08:01.2490000Z</dcterms:created>
  <dcterms:modified xsi:type="dcterms:W3CDTF">2026-10-12T07:08:01.2490000Z</dcterms:modified>
</coreProperties>
</file>