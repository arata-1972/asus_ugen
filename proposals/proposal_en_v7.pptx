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4fc90e58254ca8" /><Relationship Type="http://schemas.openxmlformats.org/officeDocument/2006/relationships/extended-properties" Target="/docProps/app.xml" Id="R823e44f42bd948e1" /><Relationship Type="http://schemas.openxmlformats.org/officeDocument/2006/relationships/officeDocument" Target="/ppt/presentation.xml" Id="Rff4271789d534a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2c99590fc44221"/>
  </p:sldMasterIdLst>
  <p:notesMasterIdLst>
    <p:notesMasterId xmlns:r="http://schemas.openxmlformats.org/officeDocument/2006/relationships" r:id="R23ce084a931346f7"/>
  </p:notesMasterIdLst>
  <p:sldIdLst>
    <p:sldId xmlns:r="http://schemas.openxmlformats.org/officeDocument/2006/relationships" id="256" r:id="Ra8a5c9a4bb0444c2"/>
    <p:sldId xmlns:r="http://schemas.openxmlformats.org/officeDocument/2006/relationships" id="257" r:id="R0463a226618d4936"/>
    <p:sldId xmlns:r="http://schemas.openxmlformats.org/officeDocument/2006/relationships" id="258" r:id="Rcf7c4033f12845be"/>
    <p:sldId xmlns:r="http://schemas.openxmlformats.org/officeDocument/2006/relationships" id="259" r:id="R6616411967a64fe7"/>
    <p:sldId xmlns:r="http://schemas.openxmlformats.org/officeDocument/2006/relationships" id="260" r:id="Ra206a1fd2eca491a"/>
    <p:sldId xmlns:r="http://schemas.openxmlformats.org/officeDocument/2006/relationships" id="261" r:id="R64004cbac462414a"/>
    <p:sldId xmlns:r="http://schemas.openxmlformats.org/officeDocument/2006/relationships" id="262" r:id="R55c7bfc9dd404374"/>
    <p:sldId xmlns:r="http://schemas.openxmlformats.org/officeDocument/2006/relationships" id="263" r:id="R42f506f3fab84072"/>
    <p:sldId xmlns:r="http://schemas.openxmlformats.org/officeDocument/2006/relationships" id="264" r:id="Rcc16e04ab8ac459d"/>
    <p:sldId xmlns:r="http://schemas.openxmlformats.org/officeDocument/2006/relationships" id="265" r:id="R8988cf8a726f42bd"/>
    <p:sldId xmlns:r="http://schemas.openxmlformats.org/officeDocument/2006/relationships" id="266" r:id="Rc1a5716e35244e13"/>
    <p:sldId xmlns:r="http://schemas.openxmlformats.org/officeDocument/2006/relationships" id="267" r:id="R89e4c37f11994a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9e1f474f2040ec" /><Relationship Type="http://schemas.openxmlformats.org/officeDocument/2006/relationships/slideMaster" Target="/ppt/slideMasters/slideMaster1.xml" Id="R412c99590fc44221" /><Relationship Type="http://schemas.openxmlformats.org/officeDocument/2006/relationships/notesMaster" Target="/ppt/notesMasters/notesMaster1.xml" Id="R23ce084a931346f7" /><Relationship Type="http://schemas.openxmlformats.org/officeDocument/2006/relationships/presProps" Target="/ppt/presProps.xml" Id="Rdea47265c3e047b4" /><Relationship Type="http://schemas.openxmlformats.org/officeDocument/2006/relationships/tableStyles" Target="/ppt/tableStyles.xml" Id="Rc345dc0c613e4479" /><Relationship Type="http://schemas.openxmlformats.org/officeDocument/2006/relationships/slide" Target="/ppt/slides/slide1.xml" Id="Ra8a5c9a4bb0444c2" /><Relationship Type="http://schemas.openxmlformats.org/officeDocument/2006/relationships/slide" Target="/ppt/slides/slide2.xml" Id="R0463a226618d4936" /><Relationship Type="http://schemas.openxmlformats.org/officeDocument/2006/relationships/slide" Target="/ppt/slides/slide3.xml" Id="Rcf7c4033f12845be" /><Relationship Type="http://schemas.openxmlformats.org/officeDocument/2006/relationships/slide" Target="/ppt/slides/slide4.xml" Id="R6616411967a64fe7" /><Relationship Type="http://schemas.openxmlformats.org/officeDocument/2006/relationships/slide" Target="/ppt/slides/slide5.xml" Id="Ra206a1fd2eca491a" /><Relationship Type="http://schemas.openxmlformats.org/officeDocument/2006/relationships/slide" Target="/ppt/slides/slide6.xml" Id="R64004cbac462414a" /><Relationship Type="http://schemas.openxmlformats.org/officeDocument/2006/relationships/slide" Target="/ppt/slides/slide7.xml" Id="R55c7bfc9dd404374" /><Relationship Type="http://schemas.openxmlformats.org/officeDocument/2006/relationships/slide" Target="/ppt/slides/slide8.xml" Id="R42f506f3fab84072" /><Relationship Type="http://schemas.openxmlformats.org/officeDocument/2006/relationships/slide" Target="/ppt/slides/slide9.xml" Id="Rcc16e04ab8ac459d" /><Relationship Type="http://schemas.openxmlformats.org/officeDocument/2006/relationships/slide" Target="/ppt/slides/slide10.xml" Id="R8988cf8a726f42bd" /><Relationship Type="http://schemas.openxmlformats.org/officeDocument/2006/relationships/slide" Target="/ppt/slides/slide11.xml" Id="Rc1a5716e35244e13" /><Relationship Type="http://schemas.openxmlformats.org/officeDocument/2006/relationships/slide" Target="/ppt/slides/slide12.xml" Id="R89e4c37f11994a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dfe0a0e2a4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9798f69be0461b" /><Relationship Type="http://schemas.openxmlformats.org/officeDocument/2006/relationships/notesMaster" Target="/ppt/notesMasters/notesMaster1.xml" Id="R32787c2fb1f74a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4d416f1d794d09" /><Relationship Type="http://schemas.openxmlformats.org/officeDocument/2006/relationships/notesMaster" Target="/ppt/notesMasters/notesMaster1.xml" Id="R770e2f3129ee4d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ddcc504c584b44" /><Relationship Type="http://schemas.openxmlformats.org/officeDocument/2006/relationships/notesMaster" Target="/ppt/notesMasters/notesMaster1.xml" Id="Ra29b6ac2c0c8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f496747cb34f56" /><Relationship Type="http://schemas.openxmlformats.org/officeDocument/2006/relationships/notesMaster" Target="/ppt/notesMasters/notesMaster1.xml" Id="R6e354de9a8ff4f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a132bcded94c01" /><Relationship Type="http://schemas.openxmlformats.org/officeDocument/2006/relationships/notesMaster" Target="/ppt/notesMasters/notesMaster1.xml" Id="Rfe64e9bc3a4e4a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f20eae0e3b415e" /><Relationship Type="http://schemas.openxmlformats.org/officeDocument/2006/relationships/notesMaster" Target="/ppt/notesMasters/notesMaster1.xml" Id="R2b29796ed21841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fa7892c6164348" /><Relationship Type="http://schemas.openxmlformats.org/officeDocument/2006/relationships/notesMaster" Target="/ppt/notesMasters/notesMaster1.xml" Id="Re7600ba392c64b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f3f13ef67d4012" /><Relationship Type="http://schemas.openxmlformats.org/officeDocument/2006/relationships/notesMaster" Target="/ppt/notesMasters/notesMaster1.xml" Id="R5551032f288d46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7777c1ae2e422d" /><Relationship Type="http://schemas.openxmlformats.org/officeDocument/2006/relationships/notesMaster" Target="/ppt/notesMasters/notesMaster1.xml" Id="R72b82d159a474c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a5d5356f2c4fd0" /><Relationship Type="http://schemas.openxmlformats.org/officeDocument/2006/relationships/notesMaster" Target="/ppt/notesMasters/notesMaster1.xml" Id="R635e96e0049f41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e6a7a213784264" /><Relationship Type="http://schemas.openxmlformats.org/officeDocument/2006/relationships/notesMaster" Target="/ppt/notesMasters/notesMaster1.xml" Id="R1e307c62501245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760a0f05cd4d2c" /><Relationship Type="http://schemas.openxmlformats.org/officeDocument/2006/relationships/notesMaster" Target="/ppt/notesMasters/notesMaster1.xml" Id="R4dbd61c5f6c449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v6 implementation/BENCHMARK.md, ARCHITECTURE.md, and reception_demo actual-interface evidence; organizer email and official rules. The reception setting is a hypothesis. HTTP completion is not GPU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5f8fcc0ae42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e4bf78ed040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801b6526142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91006010549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aa553fbbf4e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8f55cee0a45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612F82-19E8-44C6-ABAF-1C44C8A86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16A832-9D94-409C-A976-A85AA17063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FE8B89-A98E-435A-A611-F83282384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FCFD82-D904-4D24-A3AF-9B93FE38B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3698CB-25CC-433C-B534-FAF1DFD270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718BA6-CF90-4CCE-B8BE-A3A8C64C9A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5CB517-749C-4F15-A980-101A497F68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C15893-6A26-4266-BE81-A022F954B5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A1DC86-EA73-4ACC-BA89-6522695CD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D05135-9644-496B-8360-191757F9E5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e458efbc834790" /><Relationship Type="http://schemas.openxmlformats.org/officeDocument/2006/relationships/slideLayout" Target="/ppt/slideLayouts/slideLayout1.xml" Id="Rdfe7678f3c5a4ef3" /><Relationship Type="http://schemas.openxmlformats.org/officeDocument/2006/relationships/slideLayout" Target="/ppt/slideLayouts/slideLayout2.xml" Id="R26fbefc369c34f90" /><Relationship Type="http://schemas.openxmlformats.org/officeDocument/2006/relationships/slideLayout" Target="/ppt/slideLayouts/slideLayout3.xml" Id="R0eef408ea70648f6" /><Relationship Type="http://schemas.openxmlformats.org/officeDocument/2006/relationships/slideLayout" Target="/ppt/slideLayouts/slideLayout4.xml" Id="R64fb45b2889d4b50" /><Relationship Type="http://schemas.openxmlformats.org/officeDocument/2006/relationships/slideLayout" Target="/ppt/slideLayouts/slideLayout5.xml" Id="Rc60bc38bc334408e" /><Relationship Type="http://schemas.openxmlformats.org/officeDocument/2006/relationships/slideLayout" Target="/ppt/slideLayouts/slideLayout6.xml" Id="R264cee3846e5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e7678f3c5a4ef3"/>
    <p:sldLayoutId xmlns:r="http://schemas.openxmlformats.org/officeDocument/2006/relationships" id="2147483650" r:id="R26fbefc369c34f90"/>
    <p:sldLayoutId xmlns:r="http://schemas.openxmlformats.org/officeDocument/2006/relationships" id="2147483651" r:id="R0eef408ea70648f6"/>
    <p:sldLayoutId xmlns:r="http://schemas.openxmlformats.org/officeDocument/2006/relationships" id="2147483652" r:id="R64fb45b2889d4b50"/>
    <p:sldLayoutId xmlns:r="http://schemas.openxmlformats.org/officeDocument/2006/relationships" id="2147483653" r:id="Rc60bc38bc334408e"/>
    <p:sldLayoutId xmlns:r="http://schemas.openxmlformats.org/officeDocument/2006/relationships" id="2147483654" r:id="R264cee3846e5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7b81fc849489f" /><Relationship Type="http://schemas.openxmlformats.org/officeDocument/2006/relationships/notesSlide" Target="/ppt/notesSlides/notesSlide1.xml" Id="R2f4f7b7f339c4f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07f00d0614a9c" /><Relationship Type="http://schemas.openxmlformats.org/officeDocument/2006/relationships/notesSlide" Target="/ppt/notesSlides/notesSlide2.xml" Id="Rdd0c1645b7ef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a11e997134fbd" /><Relationship Type="http://schemas.openxmlformats.org/officeDocument/2006/relationships/notesSlide" Target="/ppt/notesSlides/notesSlide3.xml" Id="Rd090a32c761540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473d641c24796" /><Relationship Type="http://schemas.openxmlformats.org/officeDocument/2006/relationships/image" Target="/ppt/media/image.jpeg" Id="Rcacf8ef6ee7e484e" /><Relationship Type="http://schemas.openxmlformats.org/officeDocument/2006/relationships/notesSlide" Target="/ppt/notesSlides/notesSlide4.xml" Id="Rdff502eaa5e548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6535d9d3b484e" /><Relationship Type="http://schemas.openxmlformats.org/officeDocument/2006/relationships/notesSlide" Target="/ppt/notesSlides/notesSlide5.xml" Id="Rc49f721395874a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d05dfbc084995" /><Relationship Type="http://schemas.openxmlformats.org/officeDocument/2006/relationships/notesSlide" Target="/ppt/notesSlides/notesSlide6.xml" Id="Rc0bed326847645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12824d0de4bd5" /><Relationship Type="http://schemas.openxmlformats.org/officeDocument/2006/relationships/notesSlide" Target="/ppt/notesSlides/notesSlide7.xml" Id="Ra774aa95c0cd4f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2e42e535948eb" /><Relationship Type="http://schemas.openxmlformats.org/officeDocument/2006/relationships/notesSlide" Target="/ppt/notesSlides/notesSlide8.xml" Id="R8084e0396b5b4f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5396e065044ad" /><Relationship Type="http://schemas.openxmlformats.org/officeDocument/2006/relationships/notesSlide" Target="/ppt/notesSlides/notesSlide9.xml" Id="Rb6344f2876634e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6796d928e4e21" /><Relationship Type="http://schemas.openxmlformats.org/officeDocument/2006/relationships/notesSlide" Target="/ppt/notesSlides/notesSlide10.xml" Id="Rcf7e21214a7649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c0d267dcd4f8f" /><Relationship Type="http://schemas.openxmlformats.org/officeDocument/2006/relationships/notesSlide" Target="/ppt/notesSlides/notesSlide11.xml" Id="R9f14da4d70d24a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22dd638644711" /><Relationship Type="http://schemas.openxmlformats.org/officeDocument/2006/relationships/hyperlink" Target="https://ailabs.jp" TargetMode="External" Id="Rf4c6db67cdb94d01" /><Relationship Type="http://schemas.openxmlformats.org/officeDocument/2006/relationships/hyperlink" Target="https://github.com/arata-1972/ASUS_UGen" TargetMode="External" Id="R6b36777314e74779" /><Relationship Type="http://schemas.openxmlformats.org/officeDocument/2006/relationships/hyperlink" Target="https://youtu.be/Iapyx8E_vpM" TargetMode="External" Id="R20e239ae3ca04fa7" /><Relationship Type="http://schemas.openxmlformats.org/officeDocument/2006/relationships/hyperlink" Target="https://contest.bhuntr.com/en/39jg9vimiynrhlksze/home/" TargetMode="External" Id="R1b4abff52ff945c2" /><Relationship Type="http://schemas.openxmlformats.org/officeDocument/2006/relationships/hyperlink" Target="https://www.asus.com/motherboards-components/ai-accelerator/ugen/ugen-arc-pro-b70-32g/techspec/" TargetMode="External" Id="R83ffd6b286ea4012" /><Relationship Type="http://schemas.openxmlformats.org/officeDocument/2006/relationships/hyperlink" Target="https://docs.openvino.ai/2026/api/genai_api/_autosummary/openvino_genai.ASRPipeline.html" TargetMode="External" Id="R658d23a813174202" /><Relationship Type="http://schemas.openxmlformats.org/officeDocument/2006/relationships/notesSlide" Target="/ppt/notesSlides/notesSlide12.xml" Id="Rd3dd612ce5cf49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1E9B2-8088-4652-B591-6609B11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AD6B4-CDB9-4C24-BDDD-D4F64966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Taiwanese SpeechBridge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A64F2-629A-4CAD-91C0-32137B1B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Help a Taiwanese visitor and a Mandarin receptionist understand each 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14D7F-3E57-4806-9EEE-E9EAF5B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UGen AI League 2026 | Workplace AI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Proposed track: Thunderstorm | Two-person individual team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Existing speech technology: Taigi AI Labs LLC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I: local interface and self-hosted API integration demonstrated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/ B70 GPU inference is not yet verified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2016C-44DC-4C0F-A9AA-9CEFD3FB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20A94-C758-431A-839E-BF3C273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335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352C1-F0B8-49B6-AAFC-EABBFCED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0F0FA-8548-4955-A061-0D4C25C0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Reception needs the next sentence to make 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8CC04-15DA-4533-9900-F0B881D1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Use-case hypothesis: a visitor asks where to go; staff checks the booking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D8BB0-5FA4-4510-B648-72BE8B3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visitor normally speaks Taiwanese; staff uses Mandarin.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They need to confirm the destination, booking name, and waiting area.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Each person reads or hears the other turn before replying.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We aim to reduce repeated questions and misunderstandings.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This is a use-case hypothesis, not a deployed customer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336D8-E458-4FE3-9F8C-CD4D059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2BA4-7D52-4987-AED0-5DB89645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7119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100A-49C6-4862-8171-2EB95E4D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8ED6C-127F-476F-B819-A8700CFA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Review the words before communicating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1CC82-DAD5-43CF-B575-DB761B1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WAV input → ASR → review → translation → speech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5D9D6-4CD3-42F2-91C6-4B40D4FC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  Select Taiwanese or Mandarin and a WAV file; click to transcribe.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  Check and correct the original, including names or locations.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3  Translate to the other language and review the translation.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4  Generate speech, play it, or listen again.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5  Switch the source language for the other person’s reply.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current prototype uses file upload, not microphone recording.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0FD17-6EE5-4135-A0BD-5C764BC7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33992-BEAA-436E-B053-7D6465CE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3351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70192-2AB6-4A0C-AE65-42DCC71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CD2EC-0913-4378-8880-8B17622E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Actual interface: review and play the translation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D9008-57BA-46FF-814C-F9EF333F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The browser runs locally; configured self-hosted services run inference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050B-61C6-4642-8087-16E52632A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f8ef6ee7e484e"/>
          <a:srcRect xmlns:a="http://schemas.openxmlformats.org/drawingml/2006/main" l="0" t="18431" r="0" b="18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10972800" cy="3924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9B8E4-1AFF-49A2-BCF0-E0875EB7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UI controls: translate for the other person / review translation / play translated audio / download audio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26489-99A4-4C40-9898-14FEA3F8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100D3-6070-482E-8E9F-26D19DB5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4626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ACB97-E7AB-42B9-A755-F24D6880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2E1C-E25C-4CDD-9F91-9373183D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Show the recognition error, then correct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DB2A0-9F91-47F3-92E5-F0C4ED2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The input is Taigi TTS-generated Taiwanese, not a human recording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65E7D-B406-436E-A08F-27E66C7D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Input: “請問服務台佇佗位?” — “Where is the service desk?”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Actual ASR: “請問服務代到位去。” — the question was misrecognized.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User correction: “請問服務台佇佗位？”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Translation: “請問服務台在哪裡?”; punctuation edited before Mandarin TTS.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interface retains both texts and supports review before each step.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This demonstrates correction; it does not establish recognition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6D86A-01AD-48AA-83A6-4F3DAF8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6B344-BBE1-4DE7-BFC2-1FCCA175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3889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5A59A-FA21-48B5-9F53-D67AA6EC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F1BC4-2178-4230-AE07-ADC56268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Current architecture: UI and self-hosted speech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375BB-720C-4701-8AF4-4C4A9AC4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ASR, EOLE translation, and TTS. No LLM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F2C07-B403-496D-AF74-E81A11B4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65C38-E4A0-4E4C-9EF1-73DF03F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Local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82E15-3000-45B6-8C61-F3757A7B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Select Taiwanese / Mandarin and a WAV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249FE-7E47-4AA9-9F4C-67646C56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00350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1696A-DDC1-44AF-90C6-BC9D671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6D1EA-31BD-4380-9CC0-43640A5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Local Node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7862D-8ACB-486F-B762-EE6CD2FF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76575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Send audio to the configured self-hosted ASR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76DFE-06B2-4AF5-88F5-B4C4FBAF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1472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E04D3-A908-45EF-A98D-99853A21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71758-9384-479D-AE01-6990AC6B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4DDE5-1D54-4DDA-BAA7-4A967040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Review and edit the recognized original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D8A7D-08ED-41A2-AA8D-85B17649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29100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F97CA-830D-4766-8FCE-81E4E28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31644-64B6-4F3B-8317-605CB2B3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Self-hosted EOLE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A3FF3-C395-4802-AAC7-059D9D0F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05325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Translate, then review and edit the translation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8F1BE-D0BD-4B19-B80E-9176FF51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4347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62433-57D6-4E74-802F-B0A748C8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BABAD-3214-4757-9C04-F97C19D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Taiwanese / Mandarin TTS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CC5C0-3A8D-4508-A0B0-10C89F5F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1970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Generate audio; play or download in the browser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2CB25-50F2-4BB0-9496-D36D8DA4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70E7F-A198-40FA-B025-17B9B061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0283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220D4-94F7-4CF3-8BED-7448545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8BE3A-E796-4EF4-B725-BFE0F6C9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Reception demo: hear the corrected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8ED97-C918-4AD7-8B0D-47969BFA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Synthetic Taiwanese question → ASR → correction → translation → TTS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832E7-A2FA-4307-9AAC-FD679913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Question: “請問服務台佇佗位？” / “Where is the service desk?”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Mandarin output: “請問服務台在哪裡？”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UI times: ASR about 803 ms; translation 189 ms; TTS 1,147 ms.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Mandarin audio was generated and played; browser download is unverified.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One API operation per step, including network time; user editing excluded.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This reception demo is separate from CLI tests and is not UGen performance.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C300B-2F5A-490F-9C2C-D2A2E812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45335-BEDB-4EC5-B19F-01CA9AF9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8859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D2CCD-8DBC-4236-9CA2-8A28113D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CBEFF-54E4-4335-B75A-0C7E8BA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II: speech recognition on the designated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473A4-D7F0-4717-9EDB-6BCB8CC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Thunderstorm: validate OpenVINO ASR before evaluating other speech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B22E2-E46B-4296-BAB8-663FC4B8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79B02-89A4-4711-BE00-4E1EAF49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Local UI / host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0057F-F06B-41D2-9DE5-333CFF0B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Manage audio, text review, and playback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8DC77-3B93-435D-8A97-52B5BEF3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1333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845D7-F0A1-4EB6-A164-880ED83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8F97B-772A-436F-8795-15422CC3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B70 / OpenVINO ASR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60AA0-3C34-40B2-9709-4E17ABBC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67075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Designated-environment ASR: Stage II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41549-70F3-467E-99CC-151EED36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19525"/>
            <a:ext cx="1333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87C60-0BF2-4EE6-999D-25170716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9DB26-DB3C-4867-961A-1A08761E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Existing EOLE / TTS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8E6E2-8358-4CD7-99D3-3B4AB4E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Keep services initially; validate porting separately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165AD-3A8D-42EB-9015-B774828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OpenVINO is a candidate integration path.</a:t>
            </a:r>
          </a:p>
          <a:p xmlns:a="http://schemas.openxmlformats.org/drawingml/2006/main">
            <a:pPr>
              <a:def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Our model compatibility and actual GPU execution are not yet verified.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A9EDD-F73D-4ED2-883B-E4AFB2AE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E2FB4-8BB5-49BE-9F57-82825E5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5553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FC6BB-8B9B-4155-9DE4-A4A3692C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87097-D9BD-451A-A224-72D465B7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Verified evidence and the next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E6A8E-91E3-4403-A435-C568C1B0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API completion, correct meaning, and GPU execution are separate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5FF1B-F894-4462-95DF-4369F269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12 adapter-contract and error-handling tests passed.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The local UI starts; editing and unconfigured-backend errors were checked.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Real API results, generated audio, and failure records are retained.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Next: human speech, corrections, and two-way reception conversations.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II: model compatibility, GPU execution, memory, and latency.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Compare CPU and GPU only with comparable models, settings, and inputs.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D4CB6-955F-4817-A3DE-343D02C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E3723-FF21-4C9F-A174-9576E376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6215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09759-69D8-4297-8037-B760340D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E9E49-0475-498E-A165-5D8756FD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Separate the new application from existing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B46DD-12CC-43E0-9606-46C5FA47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Existing speech technology belongs to Taigi AI Labs LLC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4B155-BD91-4F62-A5B6-5736E9E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Existing assets: Taiwanese ASR, translation, TTS, and Mandarin speech.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New work: conversation UI, text review, adapters, tests, and device integration.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Public scope: the new client, integration explanations, and documentation.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Excluded: API keys, private weights, training data, and existing server code.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Model/runtime licences and attribution follow the actual packages selected.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6AD24-2369-4740-8537-5747E345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51685-A234-4427-AAAF-8FA06386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69364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97ED9-517A-4FD4-BB21-0043D04B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51C69-9320-43D0-A514-D9E532ED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Validate one reception workflow before expanding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25A54-A85F-4095-A222-DE8B8167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Goal: the visitor communicates a need, and staff can respond clearly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4C59A-2DBA-418B-A894-334E5D90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Start with one reception PC and short alternating Taiwanese/Mandarin turns.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Test whether it reduces mishearing, repeated questions, and retyping.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Later, evaluate an internal server serving multiple PCs or tablets.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Deployment cost, staff use, and adoption interest still need validation.</a:t>
            </a:r>
          </a:p>
          <a:p xmlns:a="http://schemas.openxmlformats.org/drawingml/2006/main">
            <a:pPr>
              <a:def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We make no pricing, paid-customer, or measured business-outcome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88F03-8A26-44F7-B297-F22764B8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671EF-3D84-4702-A574-71CDC2B9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0953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FE7D6-66C8-4BDD-A10F-FE30A83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D0CBB-46FD-4AA0-AA51-A5ECC308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Project documents, demonstration,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230AA-7FC6-4490-A325-C74E889C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Taigi AI Labs LLC | info@ailabs.jp | </a:t>
            </a:r>
            <a:r>
              <a:rPr sz="172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4c6db67cdb94d01"/>
              </a:rPr>
              <a:t>https://ailabs.jp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ECA71-38C3-4003-A21E-15902E62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Public GitHub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b36777314e74779"/>
              </a:rPr>
              <a:t>https://github.com/arata-1972/ASUS_UGen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English-narrated actual-interface demo (YouTube unlisted)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20e239ae3ca04fa7"/>
              </a:rPr>
              <a:t>https://youtu.be/Iapyx8E_vpM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Competition rules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b4abff52ff945c2"/>
              </a:rPr>
              <a:t>https://contest.bhuntr.com/en/39jg9vimiynrhlksze/home/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B70 specifications / Intel OpenVINO ASR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3ffd6b286ea4012"/>
              </a:rPr>
              <a:t>https://www.asus.com/motherboards-components/ai-accelerator/ugen/ugen-arc-pro-b70-32g/techspec/</a:t>
            </a:r>
          </a:p>
          <a:p xmlns:a="http://schemas.openxmlformats.org/drawingml/2006/main">
            <a:pPr>
              <a:def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58d23a813174202"/>
              </a:rPr>
              <a:t>https://docs.openvino.ai/2026/api/genai_api/_autosummary/openvino_genai.ASRPipeline.html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0CD73-61B1-46F1-AFA6-2D5F26FB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|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63D75-2A1B-4B07-BB6A-DDC70650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8207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2026-10-12T15:38:09.5910000Z</dcterms:created>
  <dcterms:modified xsi:type="dcterms:W3CDTF">2026-10-12T15:38:09.5910000Z</dcterms:modified>
</coreProperties>
</file>