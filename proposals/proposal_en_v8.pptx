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8eb72a65649d6" /><Relationship Type="http://schemas.openxmlformats.org/officeDocument/2006/relationships/extended-properties" Target="/docProps/app.xml" Id="R80c59ab91221472a" /><Relationship Type="http://schemas.openxmlformats.org/officeDocument/2006/relationships/officeDocument" Target="/ppt/presentation.xml" Id="Ra8045b4d588444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b9d47fc1b47ea"/>
  </p:sldMasterIdLst>
  <p:notesMasterIdLst>
    <p:notesMasterId xmlns:r="http://schemas.openxmlformats.org/officeDocument/2006/relationships" r:id="Re08fbb516afb4d1f"/>
  </p:notesMasterIdLst>
  <p:sldIdLst>
    <p:sldId xmlns:r="http://schemas.openxmlformats.org/officeDocument/2006/relationships" id="256" r:id="R3fa7f0d72dd04c6d"/>
    <p:sldId xmlns:r="http://schemas.openxmlformats.org/officeDocument/2006/relationships" id="257" r:id="R1f833da4c1614a3a"/>
    <p:sldId xmlns:r="http://schemas.openxmlformats.org/officeDocument/2006/relationships" id="258" r:id="R2ae3d43f6ab44f7a"/>
    <p:sldId xmlns:r="http://schemas.openxmlformats.org/officeDocument/2006/relationships" id="259" r:id="R8ac84f37bac348a0"/>
    <p:sldId xmlns:r="http://schemas.openxmlformats.org/officeDocument/2006/relationships" id="260" r:id="R61b25d47d742482a"/>
    <p:sldId xmlns:r="http://schemas.openxmlformats.org/officeDocument/2006/relationships" id="261" r:id="Rc3c3056926b94560"/>
    <p:sldId xmlns:r="http://schemas.openxmlformats.org/officeDocument/2006/relationships" id="262" r:id="Rca250e0f7b3b475e"/>
    <p:sldId xmlns:r="http://schemas.openxmlformats.org/officeDocument/2006/relationships" id="263" r:id="Ref66bc0216704a2a"/>
    <p:sldId xmlns:r="http://schemas.openxmlformats.org/officeDocument/2006/relationships" id="264" r:id="R8b77f741ba3e4d71"/>
    <p:sldId xmlns:r="http://schemas.openxmlformats.org/officeDocument/2006/relationships" id="265" r:id="R14e5d651fc8148fd"/>
    <p:sldId xmlns:r="http://schemas.openxmlformats.org/officeDocument/2006/relationships" id="266" r:id="R5fbc3b72f0b74e52"/>
    <p:sldId xmlns:r="http://schemas.openxmlformats.org/officeDocument/2006/relationships" id="267" r:id="R888ad3c927a241f9"/>
    <p:sldId xmlns:r="http://schemas.openxmlformats.org/officeDocument/2006/relationships" id="268" r:id="R9eeafd859cb54974"/>
    <p:sldId xmlns:r="http://schemas.openxmlformats.org/officeDocument/2006/relationships" id="269" r:id="R67fdea39bf4f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2dc4bc8e245ae" /><Relationship Type="http://schemas.openxmlformats.org/officeDocument/2006/relationships/slideMaster" Target="/ppt/slideMasters/slideMaster1.xml" Id="R6d5b9d47fc1b47ea" /><Relationship Type="http://schemas.openxmlformats.org/officeDocument/2006/relationships/notesMaster" Target="/ppt/notesMasters/notesMaster1.xml" Id="Re08fbb516afb4d1f" /><Relationship Type="http://schemas.openxmlformats.org/officeDocument/2006/relationships/presProps" Target="/ppt/presProps.xml" Id="Re7cd4e99b1bc4102" /><Relationship Type="http://schemas.openxmlformats.org/officeDocument/2006/relationships/tableStyles" Target="/ppt/tableStyles.xml" Id="R57f30925136c4c1c" /><Relationship Type="http://schemas.openxmlformats.org/officeDocument/2006/relationships/slide" Target="/ppt/slides/slide1.xml" Id="R3fa7f0d72dd04c6d" /><Relationship Type="http://schemas.openxmlformats.org/officeDocument/2006/relationships/slide" Target="/ppt/slides/slide2.xml" Id="R1f833da4c1614a3a" /><Relationship Type="http://schemas.openxmlformats.org/officeDocument/2006/relationships/slide" Target="/ppt/slides/slide3.xml" Id="R2ae3d43f6ab44f7a" /><Relationship Type="http://schemas.openxmlformats.org/officeDocument/2006/relationships/slide" Target="/ppt/slides/slide4.xml" Id="R8ac84f37bac348a0" /><Relationship Type="http://schemas.openxmlformats.org/officeDocument/2006/relationships/slide" Target="/ppt/slides/slide5.xml" Id="R61b25d47d742482a" /><Relationship Type="http://schemas.openxmlformats.org/officeDocument/2006/relationships/slide" Target="/ppt/slides/slide6.xml" Id="Rc3c3056926b94560" /><Relationship Type="http://schemas.openxmlformats.org/officeDocument/2006/relationships/slide" Target="/ppt/slides/slide7.xml" Id="Rca250e0f7b3b475e" /><Relationship Type="http://schemas.openxmlformats.org/officeDocument/2006/relationships/slide" Target="/ppt/slides/slide8.xml" Id="Ref66bc0216704a2a" /><Relationship Type="http://schemas.openxmlformats.org/officeDocument/2006/relationships/slide" Target="/ppt/slides/slide9.xml" Id="R8b77f741ba3e4d71" /><Relationship Type="http://schemas.openxmlformats.org/officeDocument/2006/relationships/slide" Target="/ppt/slides/slide10.xml" Id="R14e5d651fc8148fd" /><Relationship Type="http://schemas.openxmlformats.org/officeDocument/2006/relationships/slide" Target="/ppt/slides/slide11.xml" Id="R5fbc3b72f0b74e52" /><Relationship Type="http://schemas.openxmlformats.org/officeDocument/2006/relationships/slide" Target="/ppt/slides/slide12.xml" Id="R888ad3c927a241f9" /><Relationship Type="http://schemas.openxmlformats.org/officeDocument/2006/relationships/slide" Target="/ppt/slides/slide13.xml" Id="R9eeafd859cb54974" /><Relationship Type="http://schemas.openxmlformats.org/officeDocument/2006/relationships/slide" Target="/ppt/slides/slide14.xml" Id="R67fdea39bf4f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69b7cb3bf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62d68a8fc4936" /><Relationship Type="http://schemas.openxmlformats.org/officeDocument/2006/relationships/notesMaster" Target="/ppt/notesMasters/notesMaster1.xml" Id="Rafbe9ea8345440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d868bd058e401d" /><Relationship Type="http://schemas.openxmlformats.org/officeDocument/2006/relationships/notesMaster" Target="/ppt/notesMasters/notesMaster1.xml" Id="R7d0eaddc69ce45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83574bbd641e9" /><Relationship Type="http://schemas.openxmlformats.org/officeDocument/2006/relationships/notesMaster" Target="/ppt/notesMasters/notesMaster1.xml" Id="R16ba3a98b489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e7a5be1b247f5" /><Relationship Type="http://schemas.openxmlformats.org/officeDocument/2006/relationships/notesMaster" Target="/ppt/notesMasters/notesMaster1.xml" Id="R3fb026d8552d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419a27f11436f" /><Relationship Type="http://schemas.openxmlformats.org/officeDocument/2006/relationships/notesMaster" Target="/ppt/notesMasters/notesMaster1.xml" Id="R1c4e0622a9734b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0c5c7b9ac14929" /><Relationship Type="http://schemas.openxmlformats.org/officeDocument/2006/relationships/notesMaster" Target="/ppt/notesMasters/notesMaster1.xml" Id="Rbb8bfbef1a034b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94bb3df5fb46a1" /><Relationship Type="http://schemas.openxmlformats.org/officeDocument/2006/relationships/notesMaster" Target="/ppt/notesMasters/notesMaster1.xml" Id="R3a6fc01c500247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5c01b0b0e44531" /><Relationship Type="http://schemas.openxmlformats.org/officeDocument/2006/relationships/notesMaster" Target="/ppt/notesMasters/notesMaster1.xml" Id="Rf00856c181e84e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9294d973154694" /><Relationship Type="http://schemas.openxmlformats.org/officeDocument/2006/relationships/notesMaster" Target="/ppt/notesMasters/notesMaster1.xml" Id="R028a9ec24df74f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87fea89d284846" /><Relationship Type="http://schemas.openxmlformats.org/officeDocument/2006/relationships/notesMaster" Target="/ppt/notesMasters/notesMaster1.xml" Id="R19746e67cedc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b2a182db9b415f" /><Relationship Type="http://schemas.openxmlformats.org/officeDocument/2006/relationships/notesMaster" Target="/ppt/notesMasters/notesMaster1.xml" Id="Rc186128488a540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19f4a302ed4226" /><Relationship Type="http://schemas.openxmlformats.org/officeDocument/2006/relationships/notesMaster" Target="/ppt/notesMasters/notesMaster1.xml" Id="R7771b3e15fdc4a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b98a1494884f91" /><Relationship Type="http://schemas.openxmlformats.org/officeDocument/2006/relationships/notesMaster" Target="/ppt/notesMasters/notesMaster1.xml" Id="R0981637ae56942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ed56e8457c46f8" /><Relationship Type="http://schemas.openxmlformats.org/officeDocument/2006/relationships/notesMaster" Target="/ppt/notesMasters/notesMaster1.xml" Id="Rf41b15450d7649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v8 local implementation and evidence; existing public medical-care PoC source audit; organizer reply; official rules; ASUS B70 and OpenVINO references. Fictional care record and controlled draft faults. UGen execution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c917e2aa843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0d28b5dc44d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20a2f76734d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9b1b470864a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f647f9d464e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2db028e69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6A6D63-B18B-4A59-8B00-BF79F2431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0E56F4-E795-4E9B-9994-85275676BA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F00B70-9814-46DE-9DD0-3F7097800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6A4AD6-6043-422C-A752-5B9111E28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7C8544-B072-4776-820A-469C11DDB9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559BC1-83EF-4609-91BC-B5D6B1B79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2D103C-5802-42B5-9149-9FEFBE7DB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4D1840-65AE-4163-90B3-5D43B3A07E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CCABB7-7A7F-43DF-BF37-E7645C704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67EAAD-522A-425D-95A3-6B5E779EA9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966d57b6fe4dfb" /><Relationship Type="http://schemas.openxmlformats.org/officeDocument/2006/relationships/slideLayout" Target="/ppt/slideLayouts/slideLayout1.xml" Id="R5ebd0eacf9ac4809" /><Relationship Type="http://schemas.openxmlformats.org/officeDocument/2006/relationships/slideLayout" Target="/ppt/slideLayouts/slideLayout2.xml" Id="Re64b769a26a04e25" /><Relationship Type="http://schemas.openxmlformats.org/officeDocument/2006/relationships/slideLayout" Target="/ppt/slideLayouts/slideLayout3.xml" Id="Rf387d141dd8d43f5" /><Relationship Type="http://schemas.openxmlformats.org/officeDocument/2006/relationships/slideLayout" Target="/ppt/slideLayouts/slideLayout4.xml" Id="R1b5f8fa2249a4e91" /><Relationship Type="http://schemas.openxmlformats.org/officeDocument/2006/relationships/slideLayout" Target="/ppt/slideLayouts/slideLayout5.xml" Id="R1efc338cda6941cd" /><Relationship Type="http://schemas.openxmlformats.org/officeDocument/2006/relationships/slideLayout" Target="/ppt/slideLayouts/slideLayout6.xml" Id="R5a8fc83806f2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d0eacf9ac4809"/>
    <p:sldLayoutId xmlns:r="http://schemas.openxmlformats.org/officeDocument/2006/relationships" id="2147483650" r:id="Re64b769a26a04e25"/>
    <p:sldLayoutId xmlns:r="http://schemas.openxmlformats.org/officeDocument/2006/relationships" id="2147483651" r:id="Rf387d141dd8d43f5"/>
    <p:sldLayoutId xmlns:r="http://schemas.openxmlformats.org/officeDocument/2006/relationships" id="2147483652" r:id="R1b5f8fa2249a4e91"/>
    <p:sldLayoutId xmlns:r="http://schemas.openxmlformats.org/officeDocument/2006/relationships" id="2147483653" r:id="R1efc338cda6941cd"/>
    <p:sldLayoutId xmlns:r="http://schemas.openxmlformats.org/officeDocument/2006/relationships" id="2147483654" r:id="R5a8fc83806f2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2932fd6814831" /><Relationship Type="http://schemas.openxmlformats.org/officeDocument/2006/relationships/notesSlide" Target="/ppt/notesSlides/notesSlide1.xml" Id="R2138581be9ba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1b01569994618" /><Relationship Type="http://schemas.openxmlformats.org/officeDocument/2006/relationships/notesSlide" Target="/ppt/notesSlides/notesSlide2.xml" Id="R74ea320eea1f42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6f3d41b9f4731" /><Relationship Type="http://schemas.openxmlformats.org/officeDocument/2006/relationships/notesSlide" Target="/ppt/notesSlides/notesSlide3.xml" Id="Rc5a1551312d9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8166dfb2b492b" /><Relationship Type="http://schemas.openxmlformats.org/officeDocument/2006/relationships/image" Target="/ppt/media/image.jpeg" Id="R0008902333404275" /><Relationship Type="http://schemas.openxmlformats.org/officeDocument/2006/relationships/notesSlide" Target="/ppt/notesSlides/notesSlide4.xml" Id="R98a8f237ee59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6f77f78114e9c" /><Relationship Type="http://schemas.openxmlformats.org/officeDocument/2006/relationships/notesSlide" Target="/ppt/notesSlides/notesSlide5.xml" Id="Re1e5caf6bba148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5c74373c44667" /><Relationship Type="http://schemas.openxmlformats.org/officeDocument/2006/relationships/notesSlide" Target="/ppt/notesSlides/notesSlide6.xml" Id="R3e5336418d2f4d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a8d51a1ec4a54" /><Relationship Type="http://schemas.openxmlformats.org/officeDocument/2006/relationships/notesSlide" Target="/ppt/notesSlides/notesSlide7.xml" Id="R2b361fbc037d4d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553c64d8b44eb" /><Relationship Type="http://schemas.openxmlformats.org/officeDocument/2006/relationships/notesSlide" Target="/ppt/notesSlides/notesSlide8.xml" Id="Rd3668a3c028240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5c6e5c0b446af" /><Relationship Type="http://schemas.openxmlformats.org/officeDocument/2006/relationships/notesSlide" Target="/ppt/notesSlides/notesSlide9.xml" Id="R51e934a9b1ee4b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f9b1e3ac7472e" /><Relationship Type="http://schemas.openxmlformats.org/officeDocument/2006/relationships/notesSlide" Target="/ppt/notesSlides/notesSlide10.xml" Id="R4c63f60e520d49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8032039dc41b3" /><Relationship Type="http://schemas.openxmlformats.org/officeDocument/2006/relationships/notesSlide" Target="/ppt/notesSlides/notesSlide11.xml" Id="R326d6f5ca48840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17d72bf2a4bb1" /><Relationship Type="http://schemas.openxmlformats.org/officeDocument/2006/relationships/notesSlide" Target="/ppt/notesSlides/notesSlide12.xml" Id="Rf8c285644acd41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2422e0c0c4e2a" /><Relationship Type="http://schemas.openxmlformats.org/officeDocument/2006/relationships/notesSlide" Target="/ppt/notesSlides/notesSlide13.xml" Id="Rcee460e887fa49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e1bacde1548f4" /><Relationship Type="http://schemas.openxmlformats.org/officeDocument/2006/relationships/hyperlink" Target="https://github.com/arata-1972/ASUS_UGen" TargetMode="External" Id="Rbeff1cc657c840b2" /><Relationship Type="http://schemas.openxmlformats.org/officeDocument/2006/relationships/hyperlink" Target="https://youtu.be/BKMI5votioI" TargetMode="External" Id="R640c206aecd04af6" /><Relationship Type="http://schemas.openxmlformats.org/officeDocument/2006/relationships/notesSlide" Target="/ppt/notesSlides/notesSlide14.xml" Id="Ra9ae379798b4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CD419-3F21-4F37-884C-756DA84A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37A29-33BB-415D-9C4C-E4A2A95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TaigiCareNote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388DC-A1E3-4A73-AAA8-073E684E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Care handover records that people can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E78E1-B01B-48A0-8374-E6A24F6A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 care worker checks the original statements,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corrects the draft, and approves a specific version.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exported record shows what was checked.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 | Stage I proposal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FBAAB-B99C-4243-8172-94EA98AB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2F226-A3B7-40DC-A167-2EF312E1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7895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48CDF-4711-4C8A-93CA-B7266EF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08164-FF5C-4E81-B375-CD1E20ED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Who needs this?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4E086-288D-4A44-9C80-51B99AE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 care worker handing over to the next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6B3E2-6878-4520-B32F-86368BD5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Scenario: a worker receives a spoken care report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and prepares a written handover for a colleague.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Taiwanese speech may need Mandarin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 fluent draft can still change left to right,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lose a negation, or change a number and its unit.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next worker needs the checked 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77D0D-7E57-4631-8871-1B19220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92308-17B9-410C-BADB-90FA9B6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5245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640C9-36A3-449E-AFBC-88849775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71D10-7591-46E5-B371-739F481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One handover, one clear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ACCAF-E908-4876-8FF3-ACFFE70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Fictional example; no patient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00296-41BC-48D3-BF6B-4475E05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Original statements: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“Today at 9 a.m., the person receiving care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reported pain in the left knee. No dizziness.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Drank 200 mL of water.”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demo deliberately changes left → right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and 200 mL → 250 mL in the draft.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97C31-9E75-4796-8307-4A3E7A2F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60452-EC9D-424F-A36A-CD2B1DE9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8631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775E8-26DB-4899-AA10-58F5D7C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01C3A-AD66-42E4-B0F2-5E11CDE9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Review the draft against its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788CB-2956-41FF-8194-CDA0ADD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Actual local prototype; controlled test faults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F18AE-4955-43D1-BB9C-D5D823D3ED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8902333404275"/>
          <a:stretch xmlns:a="http://schemas.openxmlformats.org/drawingml/2006/main"/>
        </p:blipFill>
        <p:spPr>
          <a:xfrm xmlns:a="http://schemas.openxmlformats.org/drawingml/2006/main">
            <a:off x="2380385" y="2133600"/>
            <a:ext cx="7431230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7BE48-8793-4F7F-95D5-4858967F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Controlled faults are inserted for the test; they are not measured ASR errors.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FAFD8-C532-4E70-B687-2E761AC6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02098-08E3-4842-8F39-DD76B090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1597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6EFB9-0569-4BF1-8294-B8C27D0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A05D6-10E7-4F22-8DFC-9AB7769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What the worker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2F5AB-9777-4726-BD31-C381D96D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Check → correct → explain → approve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75CD7-C72D-469D-A0FA-E80069AE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1. Open each flagged statement beside its source.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2. Correct the side or amount using the original.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3. Record how each check was resolved.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4. Enter the reviewer name and approve.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5. Export that approved version as JSON or 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Editing the record requires another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9483E-BA16-4639-98B4-94EB9BB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D5E5-B46D-41A2-9209-BADB4B2B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7115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03D68-D892-4B4D-A05D-C8A583A3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A031C-4423-4569-8F4B-A80F4B6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What is inherited, what is added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A0D1E-AAAD-43AC-92E6-621ED2E2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Existing public PoC is background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74867-C39F-4180-845F-7B33D95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Existing PoC: source references, review flags,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issue resolution, confirmation, export,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and approval invalidation after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This implementation adds content hashes,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revision-linked approval, export-time checks,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and a readable event history in the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EE41D-F802-498E-AEB0-408AB3CB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0F332-ADB7-49B2-B31E-3900459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8934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DADCD-7053-4A6F-81D4-4315D2B2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C7AEC-DF67-436E-A87D-EA1C02DB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Approval belongs to an exact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1536E-9C6D-4238-91AD-A6116DB6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 content fingerprint links review to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350FA-223D-4D4A-86C5-4457B4D5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approval stores source, draft, and review hashes,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revision number, reviewer, and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Export checks those values again.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Changed content or review notes require approval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of the revised version before export.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event log records corrections and resolutions.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AFBA8-2625-4A09-A8E5-1899F66A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08FE7-E3F6-4FA4-922A-A0CA894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127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34F49-BC13-410F-9934-BAED7479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ABDD2-07DE-4144-B098-C43DC661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Current prototype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FC916-7087-46DB-BDA8-32702D5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Host-side review; existing speech services are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86E9C-345C-4DE4-8666-4CDF0E67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5F240-2A1A-4CF3-A455-353DBA53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Input / existing speech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AA733-C48C-4065-9A58-1123029A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Care text; existing ASR and translation adapters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3058B-4A13-40EF-B56C-7494B65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035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ACA82-3052-449C-B1D1-EEAE1B35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C1472-8079-4C0A-BECF-C655616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Host: CareNote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F0BA5-A2B6-4D5C-A39B-02B5B8B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76575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Split source statements; attach exact text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316A1-5186-4ABE-B7BC-B9A18288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1472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3D981-AA95-434C-A1AD-1703568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25F26-6416-4EC4-AE71-54B77328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Worker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31121-C269-44BC-B6E9-29C7AA51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Check side, negation, and quantities; correct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C0415-026E-43D0-954C-91106AE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6FFD3-E0A0-4EA9-984B-9FB562A8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8D59E-3F8B-456B-8080-7050ACB1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Version-linked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48D75-0C83-435E-813E-89DD791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05325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Store hashes, revision, reviewer, and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528C5-BE34-4075-8E6B-77465F3A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4347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57567-C40E-4B7E-8457-AD5790C3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FD1B8-C98D-44E2-A777-DB17BB3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JSON / CSV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375E7-D700-4165-BBE9-B48BA9BD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Recheck approval; include evidence and event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2F1CB-BC74-4BB6-89E7-96AED81D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DB1A5-AAC4-40E3-9672-CD570B18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4614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EA616-0C8F-4C8E-8556-9B4D16D4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23541-4706-4233-9938-23B60A4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What we have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70E6C-8087-4D5D-93D0-C070F389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Local review and export; evidence is reproducible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28769-5FA5-4554-9858-14DDCDFA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17 automated tests passed.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Actual local UI: load → correct → resolve → approve.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JSON and CSV saved from approved revision 3.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After another edit: revision 4, export 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Source, draft, and review hashes are recorded.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This proves the local review workflow;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care ASR and UGen performance are not measured.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E6B37-6560-4D8F-806F-A9952F73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8C7F2-9EF2-4A49-AB73-1F12F784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7208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9190A-015E-4D2E-B972-8E3F33E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B81A2-253D-4830-8822-30683526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has a specific computation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D7354-A06B-4E29-A8B7-EECE768C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Stage II: validate speech recognition on B70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C76B2-9F3B-49BB-8B96-3121AA5F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D4C62-F9AF-4A38-A469-E4614939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Audio / host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AE67-B0BC-4BFD-AFF8-91D79C93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Receive consented test audio and manage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8BA6B-581A-4F48-AEA1-D6F56E8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DDB2E-38DD-40B6-BAF0-FA317786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CDC05-D625-4AE1-88BD-5387625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B70 / OpenVINO ASR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9991D-3BF4-419B-ADE4-B09458E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Run speech recognition in the designated 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96F1B-9473-40EA-BA99-353F738F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9525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030D8-700D-4308-9664-B1029F46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0862C-E284-4EC2-9964-E3B43B8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Host: CareNote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252E4-4C10-411F-A876-CE806A60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Keep evidence checks and approval on the host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23A24-3701-4446-AC15-BC853BF3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OpenVINO is a candidate integration path.</a:t>
            </a:r>
          </a:p>
          <a:p xmlns:a="http://schemas.openxmlformats.org/drawingml/2006/main">
            <a:pPr>
              <a:def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Our model compatibility and actual GPU execution are not yet verified.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F0D43-DD82-4DA6-B42A-8C363B26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5839F-1E91-45BB-A757-21D670A8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7028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B73DA-2DB0-42A9-8152-333AA54E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B6690-1621-4B2A-8B8B-7FF8DA9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Measure the handover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D4844-5FF2-4FAB-9BE9-7006910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Proposed evaluation; results are not assumed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35D36-4ADF-444A-AF86-5A9EFA4A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Use consented test speech and fictional records.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Compare manual checking with guided review.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Measure review time, corrections, unresolved flags,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and successful export of the approved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For device ASR, record model, precision, memory,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latency, transcript quality, and CPU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9D53E-2F31-4DB8-B50B-CE9E5ED4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8CA1F-5EFC-4F4D-AEE2-A296465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7230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B820D-B0AD-46FD-80E5-1976FDA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B280B-E049-46A2-9430-AB6EED34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Adoption starts with one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F6A0D-2036-49A2-9977-C696E286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 test with a care organization is the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96459-0AC3-4588-AD51-7A236976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Start with one handover form and one review role.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Check whether staff can find and correct differences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without retyping the whole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first output is a reviewed handover record,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not a diagnosis or treatment recommendation.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Facility deployment and clinical quality are unverified.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CC5DB-481B-4852-9EAF-ED8EE7C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560F0-4051-44CE-99C6-A3D06FE6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84494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BA569-2E80-4318-B632-E1A977B7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B8B72-111E-4A1A-BBFA-0876E2A9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Ownership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09F53-7D25-41C5-A054-5816C0B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Background assets remain separately owned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2DF14-3D10-41B7-B970-ECF6463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LLC: existing Taiwanese ASR,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translation, TTS, and the existing medical-care PoC.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PoC identifier: poc-medical-20261005.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References: organizer reply; competition rules;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B70 specifications; OpenVINO ASRPipeline;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local implementation, tests, and audit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E12CD-236F-4473-9C5B-C5A55686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D7BE8-60FB-4978-8E50-6AEC0463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44625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36FF8-6659-407B-92F1-63439FC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E36FE-77D5-4E3C-8581-CD1FA07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Submission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71915-3A58-4E71-8F5D-1BB78C5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English proposal and narrated prototype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EB3C8-60A3-4187-A291-26200204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repository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beff1cc657c840b2"/>
              </a:rPr>
              <a:t>https://github.com/arata-1972/ASUS_UGen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English demonstration video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40c206aecd04af6"/>
              </a:rPr>
              <a:t>https://youtu.be/BKMI5votioI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I: local review prototype and design documents.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II: designated-environment ASR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C08B8-3973-4CCF-932F-55F20331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AE137-E5C4-4161-AEA5-53E6980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0720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2026-10-12T16:06:23.4850000Z</dcterms:created>
  <dcterms:modified xsi:type="dcterms:W3CDTF">2026-10-12T16:06:23.4850000Z</dcterms:modified>
</coreProperties>
</file>