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d3b6882fe4cd6" /><Relationship Type="http://schemas.openxmlformats.org/officeDocument/2006/relationships/extended-properties" Target="/docProps/app.xml" Id="R3940e94bd2ee4e99" /><Relationship Type="http://schemas.openxmlformats.org/officeDocument/2006/relationships/officeDocument" Target="/ppt/presentation.xml" Id="R8228a5fd77814b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aa692f55b140be"/>
  </p:sldMasterIdLst>
  <p:notesMasterIdLst>
    <p:notesMasterId xmlns:r="http://schemas.openxmlformats.org/officeDocument/2006/relationships" r:id="R49528a2acaa04334"/>
  </p:notesMasterIdLst>
  <p:sldIdLst>
    <p:sldId xmlns:r="http://schemas.openxmlformats.org/officeDocument/2006/relationships" id="256" r:id="R3b7085c7e32943f3"/>
    <p:sldId xmlns:r="http://schemas.openxmlformats.org/officeDocument/2006/relationships" id="257" r:id="Rd22e2e044119443d"/>
    <p:sldId xmlns:r="http://schemas.openxmlformats.org/officeDocument/2006/relationships" id="258" r:id="R1eb262459c244977"/>
    <p:sldId xmlns:r="http://schemas.openxmlformats.org/officeDocument/2006/relationships" id="259" r:id="R07aa00c198754340"/>
    <p:sldId xmlns:r="http://schemas.openxmlformats.org/officeDocument/2006/relationships" id="260" r:id="R87513963ec22408a"/>
    <p:sldId xmlns:r="http://schemas.openxmlformats.org/officeDocument/2006/relationships" id="261" r:id="R43d99c661e93478f"/>
    <p:sldId xmlns:r="http://schemas.openxmlformats.org/officeDocument/2006/relationships" id="262" r:id="R2943e3326dd04feb"/>
    <p:sldId xmlns:r="http://schemas.openxmlformats.org/officeDocument/2006/relationships" id="263" r:id="Re7391aa0e44f4602"/>
    <p:sldId xmlns:r="http://schemas.openxmlformats.org/officeDocument/2006/relationships" id="264" r:id="Rd4d529a71a264f65"/>
    <p:sldId xmlns:r="http://schemas.openxmlformats.org/officeDocument/2006/relationships" id="265" r:id="R9dbfce6aa90142a0"/>
    <p:sldId xmlns:r="http://schemas.openxmlformats.org/officeDocument/2006/relationships" id="266" r:id="R389844689ac3437f"/>
    <p:sldId xmlns:r="http://schemas.openxmlformats.org/officeDocument/2006/relationships" id="267" r:id="R0a874c46f2184f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d50540b77448d9" /><Relationship Type="http://schemas.openxmlformats.org/officeDocument/2006/relationships/slideMaster" Target="/ppt/slideMasters/slideMaster1.xml" Id="Rd2aa692f55b140be" /><Relationship Type="http://schemas.openxmlformats.org/officeDocument/2006/relationships/notesMaster" Target="/ppt/notesMasters/notesMaster1.xml" Id="R49528a2acaa04334" /><Relationship Type="http://schemas.openxmlformats.org/officeDocument/2006/relationships/presProps" Target="/ppt/presProps.xml" Id="R26a1ebc012024b73" /><Relationship Type="http://schemas.openxmlformats.org/officeDocument/2006/relationships/tableStyles" Target="/ppt/tableStyles.xml" Id="R33c665c5c9434006" /><Relationship Type="http://schemas.openxmlformats.org/officeDocument/2006/relationships/slide" Target="/ppt/slides/slide1.xml" Id="R3b7085c7e32943f3" /><Relationship Type="http://schemas.openxmlformats.org/officeDocument/2006/relationships/slide" Target="/ppt/slides/slide2.xml" Id="Rd22e2e044119443d" /><Relationship Type="http://schemas.openxmlformats.org/officeDocument/2006/relationships/slide" Target="/ppt/slides/slide3.xml" Id="R1eb262459c244977" /><Relationship Type="http://schemas.openxmlformats.org/officeDocument/2006/relationships/slide" Target="/ppt/slides/slide4.xml" Id="R07aa00c198754340" /><Relationship Type="http://schemas.openxmlformats.org/officeDocument/2006/relationships/slide" Target="/ppt/slides/slide5.xml" Id="R87513963ec22408a" /><Relationship Type="http://schemas.openxmlformats.org/officeDocument/2006/relationships/slide" Target="/ppt/slides/slide6.xml" Id="R43d99c661e93478f" /><Relationship Type="http://schemas.openxmlformats.org/officeDocument/2006/relationships/slide" Target="/ppt/slides/slide7.xml" Id="R2943e3326dd04feb" /><Relationship Type="http://schemas.openxmlformats.org/officeDocument/2006/relationships/slide" Target="/ppt/slides/slide8.xml" Id="Re7391aa0e44f4602" /><Relationship Type="http://schemas.openxmlformats.org/officeDocument/2006/relationships/slide" Target="/ppt/slides/slide9.xml" Id="Rd4d529a71a264f65" /><Relationship Type="http://schemas.openxmlformats.org/officeDocument/2006/relationships/slide" Target="/ppt/slides/slide10.xml" Id="R9dbfce6aa90142a0" /><Relationship Type="http://schemas.openxmlformats.org/officeDocument/2006/relationships/slide" Target="/ppt/slides/slide11.xml" Id="R389844689ac3437f" /><Relationship Type="http://schemas.openxmlformats.org/officeDocument/2006/relationships/slide" Target="/ppt/slides/slide12.xml" Id="R0a874c46f2184f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21391878f41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fe2122c5e84ac0" /><Relationship Type="http://schemas.openxmlformats.org/officeDocument/2006/relationships/notesMaster" Target="/ppt/notesMasters/notesMaster1.xml" Id="Rf6eacb89090f47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ca3154915248d9" /><Relationship Type="http://schemas.openxmlformats.org/officeDocument/2006/relationships/notesMaster" Target="/ppt/notesMasters/notesMaster1.xml" Id="R2da2e78e618d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94a342d40a4edb" /><Relationship Type="http://schemas.openxmlformats.org/officeDocument/2006/relationships/notesMaster" Target="/ppt/notesMasters/notesMaster1.xml" Id="Rf7c013dc922a47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5975f7edc74125" /><Relationship Type="http://schemas.openxmlformats.org/officeDocument/2006/relationships/notesMaster" Target="/ppt/notesMasters/notesMaster1.xml" Id="Re3ce74d6fde94f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bc6f63838f424b" /><Relationship Type="http://schemas.openxmlformats.org/officeDocument/2006/relationships/notesMaster" Target="/ppt/notesMasters/notesMaster1.xml" Id="R0d1e8c194cd84e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b6d4b262d8433c" /><Relationship Type="http://schemas.openxmlformats.org/officeDocument/2006/relationships/notesMaster" Target="/ppt/notesMasters/notesMaster1.xml" Id="R17b1d2725e5643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31972e3ee7410b" /><Relationship Type="http://schemas.openxmlformats.org/officeDocument/2006/relationships/notesMaster" Target="/ppt/notesMasters/notesMaster1.xml" Id="R3fe72c2603fa41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0dae24a6a2461d" /><Relationship Type="http://schemas.openxmlformats.org/officeDocument/2006/relationships/notesMaster" Target="/ppt/notesMasters/notesMaster1.xml" Id="R395dab0c21c249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cf685e4fc94583" /><Relationship Type="http://schemas.openxmlformats.org/officeDocument/2006/relationships/notesMaster" Target="/ppt/notesMasters/notesMaster1.xml" Id="R8de1f817f48940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41e67b579b4319" /><Relationship Type="http://schemas.openxmlformats.org/officeDocument/2006/relationships/notesMaster" Target="/ppt/notesMasters/notesMaster1.xml" Id="Rf72dfcc4b45241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eea5ec96044b1f" /><Relationship Type="http://schemas.openxmlformats.org/officeDocument/2006/relationships/notesMaster" Target="/ppt/notesMasters/notesMaster1.xml" Id="Rc3a620d70f7147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6b94057f99436b" /><Relationship Type="http://schemas.openxmlformats.org/officeDocument/2006/relationships/notesMaster" Target="/ppt/notesMasters/notesMaster1.xml" Id="Rd110a3de502849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來源：競賽辦法 https://contest.bhuntr.com/en/39jg9vimiynrhlksze/home/ ；CEO 提供的賽務小組回信，2026-10-12。效能與商業成果為開發計畫，尚無實測。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6c310e49a48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c6ee22a8540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ecce45b064a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9fb51130848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d5b235bb949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6d1a5f05a4e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518F0C-7353-46E2-A1B8-E265835118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180D7D-F992-45C9-82ED-FCA0561A2B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5C7707-F986-4234-A071-9F4F001B9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2CE88D-6633-4574-A247-02A5D9461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E66014-1A20-4B96-8E40-8AB49E9FFF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294DC2-5094-4B12-ABF0-309699049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1551FB-A58C-4CD2-B5A6-04B23A20C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1FE6D3-F6F8-499E-AE2B-ECC592C36A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EB86E3-63F6-44E5-9814-F0980333D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A68F56-EB22-4F1D-877D-5A889312E5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de7ae2ce744dcd" /><Relationship Type="http://schemas.openxmlformats.org/officeDocument/2006/relationships/slideLayout" Target="/ppt/slideLayouts/slideLayout1.xml" Id="R4fe00cf01cc04d85" /><Relationship Type="http://schemas.openxmlformats.org/officeDocument/2006/relationships/slideLayout" Target="/ppt/slideLayouts/slideLayout2.xml" Id="Rbdb5d102b38f4c08" /><Relationship Type="http://schemas.openxmlformats.org/officeDocument/2006/relationships/slideLayout" Target="/ppt/slideLayouts/slideLayout3.xml" Id="R9bd56831101741a4" /><Relationship Type="http://schemas.openxmlformats.org/officeDocument/2006/relationships/slideLayout" Target="/ppt/slideLayouts/slideLayout4.xml" Id="Re2e569c84e124b8c" /><Relationship Type="http://schemas.openxmlformats.org/officeDocument/2006/relationships/slideLayout" Target="/ppt/slideLayouts/slideLayout5.xml" Id="Rfbaffea5732d47d9" /><Relationship Type="http://schemas.openxmlformats.org/officeDocument/2006/relationships/slideLayout" Target="/ppt/slideLayouts/slideLayout6.xml" Id="Rc8ee15feee3548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00cf01cc04d85"/>
    <p:sldLayoutId xmlns:r="http://schemas.openxmlformats.org/officeDocument/2006/relationships" id="2147483650" r:id="Rbdb5d102b38f4c08"/>
    <p:sldLayoutId xmlns:r="http://schemas.openxmlformats.org/officeDocument/2006/relationships" id="2147483651" r:id="R9bd56831101741a4"/>
    <p:sldLayoutId xmlns:r="http://schemas.openxmlformats.org/officeDocument/2006/relationships" id="2147483652" r:id="Re2e569c84e124b8c"/>
    <p:sldLayoutId xmlns:r="http://schemas.openxmlformats.org/officeDocument/2006/relationships" id="2147483653" r:id="Rfbaffea5732d47d9"/>
    <p:sldLayoutId xmlns:r="http://schemas.openxmlformats.org/officeDocument/2006/relationships" id="2147483654" r:id="Rc8ee15feee3548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d00d64bc3410e" /><Relationship Type="http://schemas.openxmlformats.org/officeDocument/2006/relationships/notesSlide" Target="/ppt/notesSlides/notesSlide1.xml" Id="R38abe1722eb24e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a1ea831fa4118" /><Relationship Type="http://schemas.openxmlformats.org/officeDocument/2006/relationships/notesSlide" Target="/ppt/notesSlides/notesSlide2.xml" Id="R743186947000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76ac610c74ae4" /><Relationship Type="http://schemas.openxmlformats.org/officeDocument/2006/relationships/notesSlide" Target="/ppt/notesSlides/notesSlide3.xml" Id="R2e979825c4b147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c3e84c85d4b51" /><Relationship Type="http://schemas.openxmlformats.org/officeDocument/2006/relationships/notesSlide" Target="/ppt/notesSlides/notesSlide4.xml" Id="Rc97e3466bd4143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1c2f39c1b4820" /><Relationship Type="http://schemas.openxmlformats.org/officeDocument/2006/relationships/notesSlide" Target="/ppt/notesSlides/notesSlide5.xml" Id="R9a137f671556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becfcc0904dd4" /><Relationship Type="http://schemas.openxmlformats.org/officeDocument/2006/relationships/notesSlide" Target="/ppt/notesSlides/notesSlide6.xml" Id="Rd18e59fa5be94a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f08a527284d68" /><Relationship Type="http://schemas.openxmlformats.org/officeDocument/2006/relationships/notesSlide" Target="/ppt/notesSlides/notesSlide7.xml" Id="Re540061c3b1249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4158a74184a5c" /><Relationship Type="http://schemas.openxmlformats.org/officeDocument/2006/relationships/notesSlide" Target="/ppt/notesSlides/notesSlide8.xml" Id="Rd6c4472363a34c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fa90f4f354df3" /><Relationship Type="http://schemas.openxmlformats.org/officeDocument/2006/relationships/notesSlide" Target="/ppt/notesSlides/notesSlide9.xml" Id="R97476c56291b46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74602b7cf40d7" /><Relationship Type="http://schemas.openxmlformats.org/officeDocument/2006/relationships/notesSlide" Target="/ppt/notesSlides/notesSlide10.xml" Id="Rada5d33c241b45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ba3aa9bea44e1" /><Relationship Type="http://schemas.openxmlformats.org/officeDocument/2006/relationships/notesSlide" Target="/ppt/notesSlides/notesSlide11.xml" Id="Ra78989b1225b4b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8dc9c798c4be0" /><Relationship Type="http://schemas.openxmlformats.org/officeDocument/2006/relationships/hyperlink" Target="https://ailabs.jp" TargetMode="External" Id="Rce8548272edc4c50" /><Relationship Type="http://schemas.openxmlformats.org/officeDocument/2006/relationships/hyperlink" Target="https://github.com/arata-1972/ASUS_UGen" TargetMode="External" Id="R7dfdacdc8e894568" /><Relationship Type="http://schemas.openxmlformats.org/officeDocument/2006/relationships/hyperlink" Target="https://youtu.be/pBmQkibMkoA" TargetMode="External" Id="Ree2a91001c094d21" /><Relationship Type="http://schemas.openxmlformats.org/officeDocument/2006/relationships/hyperlink" Target="https://contest.bhuntr.com/en/39jg9vimiynrhlksze/home/" TargetMode="External" Id="Rea5cb3f1148143bb" /><Relationship Type="http://schemas.openxmlformats.org/officeDocument/2006/relationships/hyperlink" Target="https://github.com/Asus-UGen-Series/ugen-pretrained-model-reference" TargetMode="External" Id="R65606a70e6874093" /><Relationship Type="http://schemas.openxmlformats.org/officeDocument/2006/relationships/hyperlink" Target="https://github.com/hailo-ai/hailo_model_zoo_genai" TargetMode="External" Id="R1dcd0f48a68f4a2e" /><Relationship Type="http://schemas.openxmlformats.org/officeDocument/2006/relationships/notesSlide" Target="/ppt/notesSlides/notesSlide12.xml" Id="Rcdaf0fa37a5945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6E033-587B-4177-894D-B170F35A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B6C7F-65E8-47D9-A11B-23009999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台語語音任務卡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A020A-5B7E-4D2D-8EE6-55654BCE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把台語工作交辦整理成可確認的任務卡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2C3F6-D9F4-4EA8-A52A-0632DFCC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ASUS UGen AI League 2026｜Workplace AI｜Battlefield Lightning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Taigi AI Labs LLC｜日本・2025 年成立｜2 人團隊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 開發提案｜2026 年 10 月 14 日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目前為設計構想與功能模擬，尚未完成 UGen 硬體整合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03693-5B89-4C35-9373-B68C4547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F549C-36BC-4716-A6FE-30496B6B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0935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88188-4877-4BB9-8ADE-8ED64B74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5C110-7276-4B63-80A0-78465E28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口頭交辦可能不完整，先整理再確認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DF397-E18E-4B0E-9E43-FE452BC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把模糊的台語工作指示，整理成使用者可核對的任務卡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4114F-8F38-45ED-AAF7-7F5A7994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應用情境：現場整理、物料準備與日常工作交辦。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口頭指示可能沒有說明負責人、時間或具體對象。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將原文與工作欄位一起顯示，讓使用者補充與確認。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未指定的負責人保持「待確認」，模型不擅自決定。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預期成果：減少重新輸入，留下經本人確認的工作紀錄。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0C555-01C9-4C29-B34B-F33F14FF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E8C0C-752C-4D16-842A-6C7C6F8D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3896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ECDFF-00EE-47B3-B4C6-64816F69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9DFD5-F241-4B27-A5E8-BE5936DF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使用者逐步確認任務內容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A94E4-8A25-4F16-9FF4-89705C46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錄音 → 轉寫 → 整理 → 修改 → 確認儲存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50EA-9B6D-4912-BD3A-EC49B83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　使用者以台語說出工作內容。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2　現場電腦呼叫 Taigi API，取得轉寫及必要的翻譯文字。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3　電腦控制連接的 UGen300，用小型語言模型整理工作欄位。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4　使用者核對原文、修改欄位並補上缺少的資訊。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5　確認後儲存；可選擇呼叫外部台語 TTS 回讀。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EEF6-5A27-47A1-B0E1-A4C2BEAC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59103-A7A9-4B11-9CC0-EF926349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6540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865184-A436-453D-8F8D-57B8DB2B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E5746-8196-43B4-B938-D3AFA495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現場電腦控制 API 串接與 UGen 推論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0C481-6F0C-4D51-948E-7440B7FA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規劃架構：語音處理使用外部 API，工作整理在連接的 UGen 執行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09481-EB63-42F1-A6FE-0C7DD447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B84CA-371B-46EE-9971-38DDEA3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現場電腦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B38F7-F56C-4232-821F-D18D5893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錄音並呼叫 Taigi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E8DF2-6DB7-4148-B11C-91E8D2C7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670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DE719-294E-452C-B00E-677AAD94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53244-3443-46E6-9914-B3CE516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外部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C57CA-9B82-4035-BCFE-BE69FBA2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判定語言、轉寫／翻譯，回傳文字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8F2C0-B438-46DC-896B-D2560896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8612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758E8-D69A-4297-8C06-2DF5AE6E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7DF24-2917-4BD7-8975-77490683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現場電腦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F2CC3-DF8B-424F-A7F7-C43EA37D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接收文字，啟動 UGen 推論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97FB2-B33F-46CC-A07A-A5F63C1D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0525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C025E-D960-43F4-A251-EB6B13FA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BDC9D-E510-4209-83C1-76EF3DB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UGen300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0DE20-FA61-438A-BAAC-6C3CCCDA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小型語言模型整理工作卡草稿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9FB50-5E56-45B7-9239-295B8095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24375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BA438-B0EF-400F-BDD6-3C0EF493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55535-5E94-4658-BCBE-3A501F8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電腦／使用者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D5481-6594-492F-9DFB-CBCEE20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14875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格式驗證 → 修正 → 確認後儲存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787C9-75C9-42E3-B9CD-AD39E07D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133350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5D194-AA3F-4B25-A687-11CD3A75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32471-90C7-4E1B-A181-1BB8E2A8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選用：Taigi TTS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C3276-68B8-4164-956A-7632200D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7486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電腦呼叫 API，取得台語語音回饋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91159-21C2-421B-BD3B-8DA5766D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C1F6E-31D3-4CAE-9E86-0BE47B6B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392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5FA97-D4B6-4B44-9838-70DE31B4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F7A94-4252-48F6-9471-B6AA266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任務卡範例：缺少負責人就請使用者補上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ED87B-F084-440F-930C-7C61F7CB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模擬華語轉寫：明天下午三點前，把倉庫的包裝材料整理好。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B5E14-235F-436C-9231-05DF79D5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工作：整理包裝材料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對象：倉庫的包裝材料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時間原文：明天下午三點前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負責人：待確認 → 使用者填入「現場負責人」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保留原文；經使用者確認後才儲存。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此為合成情境與模擬輸出，非實測辨識或 UGen 推論結果。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F742-6354-40F5-A83D-186E0B4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029D5-7AB0-452B-97E3-E077EDF6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59731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725FB-96EF-40D1-AC57-E8046FF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C0193-3A19-4C49-82BA-979D00A7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工作整理在現場 UGen 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44B65-C8E1-4300-8E66-5F8143D5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減少工作整理對雲端語言模型的依賴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7FE26-C39C-42BF-B053-B0F9CCB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現場電腦取得 Taigi API 回傳的轉寫／翻譯文字。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電腦端推論控制程式，把文字送入連接的 UGen300。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UGen 上的小型語言模型推論產生工作欄位草稿。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電腦檢查格式並呈現結果，使用者確認後才儲存。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模型與執行環境尚未選定，將依官方支援清單測試。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音訊處理仍需外部 API 與網路，不是完全離線應用。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9171D-FA7E-4D4D-9B87-B2511A1A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80DF2-2E01-4034-9E3C-9EC3F09A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8406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FAC88-F614-42F8-BE66-F785D787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A2830-D5A0-48A8-BDF4-EE26503E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既有技術與本次新作品分開記載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7B130-1C8D-4AAB-A17C-264E0E8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背景技術歸屬：Taigi AI Labs LLC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E7E3-39EA-443B-9312-918AC88C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既有外部服務：Taigi 台語語言判定 LID、語音辨識 STT、翻譯、語音合成 TTS API。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本次新作品：任務卡應用邏輯、UGen 推論介面、確認畫面、串接文件及展示素材。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公開文件／程式碼範圍：新應用與 API 用戶端；不含 API 金鑰。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既有模型、權重、訓練資料與伺服器端原始碼不放入提交儲存庫。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依賽務小組 2026/10/12 回覆，既有外部 API、模型、權重及伺服器端原始碼不在得獎作品授權範圍。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5DAED-E963-40F7-BDBA-24BA635D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26AB2-BB51-49DA-A4C7-96138F52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5816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A3C22-7CEE-4027-918B-4F9B8344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7453E-BE77-48B6-BE98-B5BF98D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確認流程與失敗處理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42BF6-D8C4-4A69-B14E-C33E37BB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任務卡不自動變成外部指令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32129-8DCF-46DB-A4B2-AD4D5A1B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保留原文，讓使用者核對轉寫與整理結果。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未提供期限或負責人時，顯示待確認資訊。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格式不符時拒絕儲存，轉為手動修正。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API 失敗或網路中斷時，顯示狀態並允許重新操作。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音訊／必要文字送至外部 API；任務卡由主機保存。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競賽展示使用合成內容，不使用客戶資料。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79DA7-D786-4FC3-AAA9-D6060661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F2120-A6EE-48FD-8AF9-62098512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1467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D2DE9-44F3-46BF-9EF3-3B2346A4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7C3B7-F377-4DF2-973E-04E2098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Stage II：驗證 UGen 能否完成工作整理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6C58F-C83B-40EB-84A0-6E1834C7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先驗證實機執行與任務品質，再評估速度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6A5EC-ACEF-4A05-998F-6E6347E9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11/6 起：確認現場電腦、UGen300、官方執行環境及模型。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完成實際推論、格式檢查、確認畫面與失敗時重新輸入。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用 30 筆合成需求及人工標註任務卡，檢查欄位正確性與誤補資訊。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記錄 UGen 執行可否、推論與 API 耗時、記憶體用量及修正次數。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若模型、設定與輸入可對齊，另做 CPU 同等條件比較。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目前尚無實測結果；UGen 是否較快將以測試判定。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2083C-409A-4BAF-ABD4-776D5EBE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D7E7A-1677-4176-9582-E240EBAE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2330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6D08A-D555-4831-B03C-D60C6AC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D6144-8D19-45DD-A7A3-A69A6EDB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導入假設與預期成果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A2B13-4FC2-4972-A9A4-E354DB5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以使用者確認後的工作卡，驗證職場使用價值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BFCE4-A247-4D30-84D2-BDE53E8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目標使用者：以台語口頭交辦工作的小型現場團隊。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導入方式：先試作工作交辦流程，再確認使用頻率與修正負擔。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預期成果：可回看原文、可補充資訊、可確認保存的工作卡。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商業假設：任務卡應用搭配既有語音 API，依試作結果評估服務方式。</a:t>
            </a:r>
          </a:p>
          <a:p xmlns:a="http://schemas.openxmlformats.org/drawingml/2006/main">
            <a:pPr>
              <a:def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目前未主張客戶採用率、營收、定價或節省時間的實測成果。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946CB-5BC4-45D1-85AD-511CAFE6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F390A-A42D-4430-B885-B4C4ABC5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5817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4BDBD-D655-4D64-9F76-44E92574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5B8BA-B80C-4A5B-B7BD-37D35E9E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未來：企業內部集中處理，多個電腦或平板共同使用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95DE2-350F-4E6B-BDE0-765D7FDE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結合開發中的台語語音 AI，擴展為企業內部服務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227F1-9A5A-4174-89DA-38276312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我們正在開發可部署於企業內部的台語語音辨識、翻譯與語音合成。</a:t>
            </a:r>
          </a:p>
          <a:p xmlns:a="http://schemas.openxmlformats.org/drawingml/2006/main">
            <a:pPr>
              <a:def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未來可結合 UGen 的工作整理功能，讓多個電腦或平板共同使用。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3B364-380D-446D-8164-7BBF9E56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11202-ED2A-47EA-A3DB-0AA6A231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多個電腦／平板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說工作、查看工作卡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DCE20-578E-42B4-A47C-0220AD88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91CD5-1B2B-4A26-97EB-8928E97C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48156-F36F-4A7C-B943-FBF7F915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企業內部電腦／伺服器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Taigi 語音 AI ＋ 連接的 UGen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16B8A-7896-4F21-9E23-92BA4B17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3619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22023-E039-4C1A-8372-C90C90D9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67125"/>
            <a:ext cx="3333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0A478-A78D-4BA8-A25C-243C35CC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使用者核對與修正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確認後儲存工作卡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62DD6-CD4A-47B3-A0E0-E1C9BAD4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目前提出架構：外部語音 API ＋ UGen。此頁為後續開發方向。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模型支援、實際效能與企業內部網路運作仍待驗證。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28AE9-2DDC-4DBC-A4A6-87B16407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5DD1E-732E-40D0-934B-C1466CEC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7244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B0EDC-8B58-4929-AC24-95136B93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B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D8BCF-178C-499B-9C5A-41C75773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作品文件與參考資料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998AE-00E9-46E4-A032-B781AF78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</a:rPr>
              <a:t>Taigi AI Labs LLC｜info@ailabs.jp｜</a:t>
            </a:r>
            <a:r>
              <a:rPr sz="1875" b="1">
                <a:solidFill>
                  <a:srgbClr val="078B83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e8548272edc4c50"/>
              </a:rPr>
              <a:t>https://ailabs.jp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CED51-2390-4911-AA97-0927B3A9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作品程式碼與文件（Public GitHub）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7dfdacdc8e894568"/>
              </a:rPr>
              <a:t>https://github.com/arata-1972/ASUS_UGen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功能模擬影片｜Taigi 華語 TTS 全程旁白（YouTube 不公開列出）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e2a91001c094d21"/>
              </a:rPr>
              <a:t>https://youtu.be/pBmQkibMkoA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競賽辦法與 Stage I 提交要求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a5cb3f1148143bb"/>
              </a:rPr>
              <a:t>https://contest.bhuntr.com/en/39jg9vimiynrhlksze/home/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rPr>
              <a:t>技術參考（UGen／Hailo 官方文件）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5606a70e6874093"/>
              </a:rPr>
              <a:t>https://github.com/Asus-UGen-Series/ugen-pretrained-model-reference</a:t>
            </a:r>
          </a:p>
          <a:p xmlns:a="http://schemas.openxmlformats.org/drawingml/2006/main">
            <a:pPr>
              <a:def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63249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dcd0f48a68f4a2e"/>
              </a:rPr>
              <a:t>https://github.com/hailo-ai/hailo_model_zoo_genai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0192B-A0BB-4FA0-A723-75ED98F0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Taigi AI Labs LLC  |  ASUS UGen AI League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51699-5B67-4F91-9A13-37546FCA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07789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7957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2026-10-12T09:33:00.4820000Z</dcterms:created>
  <dcterms:modified xsi:type="dcterms:W3CDTF">2026-10-12T09:33:00.4820000Z</dcterms:modified>
</coreProperties>
</file>